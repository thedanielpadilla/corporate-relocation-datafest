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5" r:id="rId2"/>
  </p:sldMasterIdLst>
  <p:notesMasterIdLst>
    <p:notesMasterId r:id="rId10"/>
  </p:notesMasterIdLst>
  <p:sldIdLst>
    <p:sldId id="256" r:id="rId3"/>
    <p:sldId id="257" r:id="rId4"/>
    <p:sldId id="258" r:id="rId5"/>
    <p:sldId id="259" r:id="rId6"/>
    <p:sldId id="260" r:id="rId7"/>
    <p:sldId id="261" r:id="rId8"/>
    <p:sldId id="262" r:id="rId9"/>
  </p:sldIdLst>
  <p:sldSz cx="9144000" cy="5143500" type="screen16x9"/>
  <p:notesSz cx="6858000" cy="9144000"/>
  <p:embeddedFontLst>
    <p:embeddedFont>
      <p:font typeface="Barlow" pitchFamily="2" charset="77"/>
      <p:regular r:id="rId11"/>
      <p:bold r:id="rId12"/>
      <p:italic r:id="rId13"/>
      <p:boldItalic r:id="rId14"/>
    </p:embeddedFont>
    <p:embeddedFont>
      <p:font typeface="Barlow ExtraLight" panose="00000300000000000000"/>
      <p:regular r:id="rId15"/>
      <p:bold r:id="rId16"/>
      <p:italic r:id="rId17"/>
      <p:boldItalic r:id="rId18"/>
    </p:embeddedFont>
    <p:embeddedFont>
      <p:font typeface="Barlow Light" panose="00000400000000000000"/>
      <p:regular r:id="rId19"/>
      <p:bold r:id="rId20"/>
      <p:italic r:id="rId21"/>
      <p:boldItalic r:id="rId22"/>
    </p:embeddedFont>
    <p:embeddedFont>
      <p:font typeface="Barlow Medium" panose="00000600000000000000"/>
      <p:regular r:id="rId23"/>
      <p:bold r:id="rId24"/>
      <p:italic r:id="rId25"/>
      <p:boldItalic r:id="rId26"/>
    </p:embeddedFont>
    <p:embeddedFont>
      <p:font typeface="Hepta Slab" pitchFamily="2" charset="77"/>
      <p:regular r:id="rId27"/>
      <p:bold r:id="rId28"/>
    </p:embeddedFont>
    <p:embeddedFont>
      <p:font typeface="Hepta Slab Light" pitchFamily="2" charset="77"/>
      <p:regular r:id="rId29"/>
      <p:bold r:id="rId30"/>
    </p:embeddedFont>
    <p:embeddedFont>
      <p:font typeface="Hepta Slab Medium"/>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70476"/>
  </p:normalViewPr>
  <p:slideViewPr>
    <p:cSldViewPr snapToGrid="0">
      <p:cViewPr varScale="1">
        <p:scale>
          <a:sx n="118" d="100"/>
          <a:sy n="118" d="100"/>
        </p:scale>
        <p:origin x="150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1.xml"/><Relationship Id="rId21" Type="http://schemas.openxmlformats.org/officeDocument/2006/relationships/font" Target="fonts/font11.fntdata"/><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font" Target="fonts/font22.fntdata"/><Relationship Id="rId5" Type="http://schemas.openxmlformats.org/officeDocument/2006/relationships/slide" Target="slides/slide3.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36"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31" Type="http://schemas.openxmlformats.org/officeDocument/2006/relationships/font" Target="fonts/font2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font" Target="fonts/font20.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4f318e0bd1_0_6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4f318e0bd1_0_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Hi everyone, we’re excited to present our project for DataFest.</a:t>
            </a:r>
            <a:endParaRPr/>
          </a:p>
          <a:p>
            <a:pPr marL="0" lvl="0" indent="0" algn="l" rtl="0">
              <a:spcBef>
                <a:spcPts val="0"/>
              </a:spcBef>
              <a:spcAft>
                <a:spcPts val="0"/>
              </a:spcAft>
              <a:buNone/>
            </a:pPr>
            <a:r>
              <a:rPr lang="en"/>
              <a:t>Where should a large tech company like Meta move if they want to relocate out of California?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4f318e0bd1_0_10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4f318e0bd1_0_10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Clr>
                <a:schemeClr val="dk1"/>
              </a:buClr>
              <a:buSzPts val="1100"/>
              <a:buFont typeface="Arial"/>
              <a:buNone/>
            </a:pPr>
            <a:r>
              <a:rPr lang="en" dirty="0">
                <a:solidFill>
                  <a:schemeClr val="dk1"/>
                </a:solidFill>
              </a:rPr>
              <a:t>As many of you know, companies like Tesla and X (formerly Twitter) have already left California.</a:t>
            </a:r>
            <a:br>
              <a:rPr lang="en" dirty="0">
                <a:solidFill>
                  <a:schemeClr val="dk1"/>
                </a:solidFill>
              </a:rPr>
            </a:br>
            <a:r>
              <a:rPr lang="en" dirty="0">
                <a:solidFill>
                  <a:schemeClr val="dk1"/>
                </a:solidFill>
              </a:rPr>
              <a:t> Why? They’re looking for </a:t>
            </a:r>
            <a:r>
              <a:rPr lang="en" b="1" dirty="0">
                <a:solidFill>
                  <a:schemeClr val="dk1"/>
                </a:solidFill>
              </a:rPr>
              <a:t>lower taxes, cheaper rent, and less political pressure</a:t>
            </a:r>
            <a:r>
              <a:rPr lang="en" dirty="0">
                <a:solidFill>
                  <a:schemeClr val="dk1"/>
                </a:solidFill>
              </a:rPr>
              <a:t> from residents.</a:t>
            </a:r>
            <a:endParaRPr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dirty="0">
                <a:solidFill>
                  <a:schemeClr val="dk1"/>
                </a:solidFill>
              </a:rPr>
              <a:t>Our client — in this case, we're playfully using Meta as the example — is considering a similar move, and we've built a data-driven model to help guide that decision.</a:t>
            </a:r>
            <a:endParaRPr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dirty="0">
                <a:solidFill>
                  <a:schemeClr val="dk1"/>
                </a:solidFill>
              </a:rPr>
              <a:t>The company has four key criteria:</a:t>
            </a:r>
            <a:endParaRPr dirty="0">
              <a:solidFill>
                <a:schemeClr val="dk1"/>
              </a:solidFill>
            </a:endParaRPr>
          </a:p>
          <a:p>
            <a:pPr marL="838200" marR="381000" lvl="0" indent="-298450" algn="l" rtl="0">
              <a:lnSpc>
                <a:spcPct val="115000"/>
              </a:lnSpc>
              <a:spcBef>
                <a:spcPts val="1200"/>
              </a:spcBef>
              <a:spcAft>
                <a:spcPts val="0"/>
              </a:spcAft>
              <a:buClr>
                <a:schemeClr val="dk1"/>
              </a:buClr>
              <a:buSzPts val="1100"/>
              <a:buChar char="●"/>
            </a:pPr>
            <a:r>
              <a:rPr lang="en" dirty="0">
                <a:solidFill>
                  <a:schemeClr val="dk1"/>
                </a:solidFill>
              </a:rPr>
              <a:t>First, </a:t>
            </a:r>
            <a:r>
              <a:rPr lang="en" b="1" dirty="0">
                <a:solidFill>
                  <a:schemeClr val="dk1"/>
                </a:solidFill>
              </a:rPr>
              <a:t>no western states</a:t>
            </a:r>
            <a:r>
              <a:rPr lang="en" dirty="0">
                <a:solidFill>
                  <a:schemeClr val="dk1"/>
                </a:solidFill>
              </a:rPr>
              <a:t> — so we excluded California, Oregon, Washington, and Nevada.</a:t>
            </a:r>
            <a:br>
              <a:rPr lang="en" dirty="0">
                <a:solidFill>
                  <a:schemeClr val="dk1"/>
                </a:solidFill>
              </a:rPr>
            </a:br>
            <a:endParaRPr dirty="0">
              <a:solidFill>
                <a:schemeClr val="dk1"/>
              </a:solidFill>
            </a:endParaRPr>
          </a:p>
          <a:p>
            <a:pPr marL="838200" marR="381000" lvl="0" indent="-298450" algn="l" rtl="0">
              <a:lnSpc>
                <a:spcPct val="115000"/>
              </a:lnSpc>
              <a:spcBef>
                <a:spcPts val="0"/>
              </a:spcBef>
              <a:spcAft>
                <a:spcPts val="0"/>
              </a:spcAft>
              <a:buClr>
                <a:schemeClr val="dk1"/>
              </a:buClr>
              <a:buSzPts val="1100"/>
              <a:buChar char="●"/>
            </a:pPr>
            <a:r>
              <a:rPr lang="en" dirty="0">
                <a:solidFill>
                  <a:schemeClr val="dk1"/>
                </a:solidFill>
              </a:rPr>
              <a:t>Second, the new location must offer </a:t>
            </a:r>
            <a:r>
              <a:rPr lang="en" b="1" dirty="0">
                <a:solidFill>
                  <a:schemeClr val="dk1"/>
                </a:solidFill>
              </a:rPr>
              <a:t>large office spaces</a:t>
            </a:r>
            <a:r>
              <a:rPr lang="en" dirty="0">
                <a:solidFill>
                  <a:schemeClr val="dk1"/>
                </a:solidFill>
              </a:rPr>
              <a:t>, greater than 40,000 sq ft.</a:t>
            </a:r>
            <a:br>
              <a:rPr lang="en" dirty="0">
                <a:solidFill>
                  <a:schemeClr val="dk1"/>
                </a:solidFill>
              </a:rPr>
            </a:br>
            <a:endParaRPr dirty="0">
              <a:solidFill>
                <a:schemeClr val="dk1"/>
              </a:solidFill>
            </a:endParaRPr>
          </a:p>
          <a:p>
            <a:pPr marL="838200" marR="381000" lvl="0" indent="-298450" algn="l" rtl="0">
              <a:lnSpc>
                <a:spcPct val="115000"/>
              </a:lnSpc>
              <a:spcBef>
                <a:spcPts val="0"/>
              </a:spcBef>
              <a:spcAft>
                <a:spcPts val="0"/>
              </a:spcAft>
              <a:buClr>
                <a:schemeClr val="dk1"/>
              </a:buClr>
              <a:buSzPts val="1100"/>
              <a:buChar char="●"/>
            </a:pPr>
            <a:r>
              <a:rPr lang="en" dirty="0">
                <a:solidFill>
                  <a:schemeClr val="dk1"/>
                </a:solidFill>
              </a:rPr>
              <a:t>Third, they want to be in an </a:t>
            </a:r>
            <a:r>
              <a:rPr lang="en" b="1" dirty="0">
                <a:solidFill>
                  <a:schemeClr val="dk1"/>
                </a:solidFill>
              </a:rPr>
              <a:t>urban area</a:t>
            </a:r>
            <a:r>
              <a:rPr lang="en" dirty="0">
                <a:solidFill>
                  <a:schemeClr val="dk1"/>
                </a:solidFill>
              </a:rPr>
              <a:t>, not rural or spread out.</a:t>
            </a:r>
            <a:br>
              <a:rPr lang="en" dirty="0">
                <a:solidFill>
                  <a:schemeClr val="dk1"/>
                </a:solidFill>
              </a:rPr>
            </a:br>
            <a:endParaRPr dirty="0">
              <a:solidFill>
                <a:schemeClr val="dk1"/>
              </a:solidFill>
            </a:endParaRPr>
          </a:p>
          <a:p>
            <a:pPr marL="838200" marR="381000" lvl="0" indent="-298450" algn="l" rtl="0">
              <a:lnSpc>
                <a:spcPct val="115000"/>
              </a:lnSpc>
              <a:spcBef>
                <a:spcPts val="0"/>
              </a:spcBef>
              <a:spcAft>
                <a:spcPts val="0"/>
              </a:spcAft>
              <a:buClr>
                <a:schemeClr val="dk1"/>
              </a:buClr>
              <a:buSzPts val="1100"/>
              <a:buChar char="●"/>
            </a:pPr>
            <a:r>
              <a:rPr lang="en" dirty="0">
                <a:solidFill>
                  <a:schemeClr val="dk1"/>
                </a:solidFill>
              </a:rPr>
              <a:t>And finally, they want an </a:t>
            </a:r>
            <a:r>
              <a:rPr lang="en" b="1" dirty="0">
                <a:solidFill>
                  <a:schemeClr val="dk1"/>
                </a:solidFill>
              </a:rPr>
              <a:t>environment that supports employee satisfaction</a:t>
            </a:r>
            <a:r>
              <a:rPr lang="en" dirty="0">
                <a:solidFill>
                  <a:schemeClr val="dk1"/>
                </a:solidFill>
              </a:rPr>
              <a:t>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4f318e0bd1_0_10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4f318e0bd1_0_1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Script:</a:t>
            </a:r>
            <a:endParaRPr b="1">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This chart shows our early exploration comparing </a:t>
            </a:r>
            <a:r>
              <a:rPr lang="en" b="1">
                <a:solidFill>
                  <a:schemeClr val="dk1"/>
                </a:solidFill>
              </a:rPr>
              <a:t>average rent</a:t>
            </a:r>
            <a:r>
              <a:rPr lang="en">
                <a:solidFill>
                  <a:schemeClr val="dk1"/>
                </a:solidFill>
              </a:rPr>
              <a:t> and </a:t>
            </a:r>
            <a:r>
              <a:rPr lang="en" b="1">
                <a:solidFill>
                  <a:schemeClr val="dk1"/>
                </a:solidFill>
              </a:rPr>
              <a:t>pickleball court availability</a:t>
            </a:r>
            <a:r>
              <a:rPr lang="en">
                <a:solidFill>
                  <a:schemeClr val="dk1"/>
                </a:solidFill>
              </a:rPr>
              <a:t> by state.</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While this was a fun angle, we quickly realized that for a company like Meta, </a:t>
            </a:r>
            <a:r>
              <a:rPr lang="en" b="1">
                <a:solidFill>
                  <a:schemeClr val="dk1"/>
                </a:solidFill>
              </a:rPr>
              <a:t>rent and regional tech density</a:t>
            </a:r>
            <a:r>
              <a:rPr lang="en">
                <a:solidFill>
                  <a:schemeClr val="dk1"/>
                </a:solidFill>
              </a:rPr>
              <a:t> carry far more weight than local recreation.</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That’s why we decided to dig deeper into </a:t>
            </a:r>
            <a:r>
              <a:rPr lang="en" b="1">
                <a:solidFill>
                  <a:schemeClr val="dk1"/>
                </a:solidFill>
              </a:rPr>
              <a:t>economic factors</a:t>
            </a:r>
            <a:r>
              <a:rPr lang="en">
                <a:solidFill>
                  <a:schemeClr val="dk1"/>
                </a:solidFill>
              </a:rPr>
              <a:t>, including </a:t>
            </a:r>
            <a:r>
              <a:rPr lang="en" b="1">
                <a:solidFill>
                  <a:schemeClr val="dk1"/>
                </a:solidFill>
              </a:rPr>
              <a:t>unemployment trends and office infrastructure</a:t>
            </a:r>
            <a:r>
              <a:rPr lang="en">
                <a:solidFill>
                  <a:schemeClr val="dk1"/>
                </a:solidFill>
              </a:rPr>
              <a:t>.</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This helped us narrow our focus to states like </a:t>
            </a:r>
            <a:r>
              <a:rPr lang="en" b="1">
                <a:solidFill>
                  <a:schemeClr val="dk1"/>
                </a:solidFill>
              </a:rPr>
              <a:t>Florida, Georgia, and Texas</a:t>
            </a:r>
            <a:r>
              <a:rPr lang="en">
                <a:solidFill>
                  <a:schemeClr val="dk1"/>
                </a:solidFill>
              </a:rPr>
              <a:t> — which not only meet the basic relocation requirements, but also offer strong economic indicators.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4f325d9e17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4f325d9e17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None/>
            </a:pPr>
            <a:r>
              <a:rPr lang="en" dirty="0">
                <a:solidFill>
                  <a:schemeClr val="dk1"/>
                </a:solidFill>
              </a:rPr>
              <a:t>But beyond just rent and pickleball, there are </a:t>
            </a:r>
            <a:r>
              <a:rPr lang="en" b="1" dirty="0">
                <a:solidFill>
                  <a:schemeClr val="dk1"/>
                </a:solidFill>
              </a:rPr>
              <a:t>deeper reasons Meta may want to relocate.</a:t>
            </a:r>
            <a:endParaRPr b="1" dirty="0">
              <a:solidFill>
                <a:schemeClr val="dk1"/>
              </a:solidFill>
            </a:endParaRPr>
          </a:p>
          <a:p>
            <a:pPr marL="381000" marR="381000" lvl="0" indent="0" algn="l" rtl="0">
              <a:lnSpc>
                <a:spcPct val="115000"/>
              </a:lnSpc>
              <a:spcBef>
                <a:spcPts val="1200"/>
              </a:spcBef>
              <a:spcAft>
                <a:spcPts val="0"/>
              </a:spcAft>
              <a:buNone/>
            </a:pPr>
            <a:r>
              <a:rPr lang="en" dirty="0">
                <a:solidFill>
                  <a:schemeClr val="dk1"/>
                </a:solidFill>
              </a:rPr>
              <a:t>Over the past year, Meta has faced </a:t>
            </a:r>
            <a:r>
              <a:rPr lang="en" b="1" dirty="0">
                <a:solidFill>
                  <a:schemeClr val="dk1"/>
                </a:solidFill>
              </a:rPr>
              <a:t>growing political pressure in California</a:t>
            </a:r>
            <a:r>
              <a:rPr lang="en" dirty="0">
                <a:solidFill>
                  <a:schemeClr val="dk1"/>
                </a:solidFill>
              </a:rPr>
              <a:t>, particularly in the Bay Area.</a:t>
            </a:r>
            <a:br>
              <a:rPr lang="en" dirty="0">
                <a:solidFill>
                  <a:schemeClr val="dk1"/>
                </a:solidFill>
              </a:rPr>
            </a:br>
            <a:r>
              <a:rPr lang="en" dirty="0">
                <a:solidFill>
                  <a:schemeClr val="dk1"/>
                </a:solidFill>
              </a:rPr>
              <a:t> There have been high-profile protests outside their offices and coordinated campaigns attacking the company’s stance on </a:t>
            </a:r>
            <a:r>
              <a:rPr lang="en" b="1" dirty="0">
                <a:solidFill>
                  <a:schemeClr val="dk1"/>
                </a:solidFill>
              </a:rPr>
              <a:t>privacy, AI, and content moderation</a:t>
            </a:r>
            <a:r>
              <a:rPr lang="en" dirty="0">
                <a:solidFill>
                  <a:schemeClr val="dk1"/>
                </a:solidFill>
              </a:rPr>
              <a:t>.</a:t>
            </a:r>
            <a:endParaRPr dirty="0">
              <a:solidFill>
                <a:schemeClr val="dk1"/>
              </a:solidFill>
            </a:endParaRPr>
          </a:p>
          <a:p>
            <a:pPr marL="381000" marR="381000" lvl="0" indent="0" algn="l" rtl="0">
              <a:lnSpc>
                <a:spcPct val="115000"/>
              </a:lnSpc>
              <a:spcBef>
                <a:spcPts val="1200"/>
              </a:spcBef>
              <a:spcAft>
                <a:spcPts val="0"/>
              </a:spcAft>
              <a:buNone/>
            </a:pPr>
            <a:r>
              <a:rPr lang="en" dirty="0">
                <a:solidFill>
                  <a:schemeClr val="dk1"/>
                </a:solidFill>
              </a:rPr>
              <a:t>One striking example was the </a:t>
            </a:r>
            <a:r>
              <a:rPr lang="en" b="1" dirty="0">
                <a:solidFill>
                  <a:schemeClr val="dk1"/>
                </a:solidFill>
              </a:rPr>
              <a:t>“Zuck crosswalk hack,”</a:t>
            </a:r>
            <a:r>
              <a:rPr lang="en" dirty="0">
                <a:solidFill>
                  <a:schemeClr val="dk1"/>
                </a:solidFill>
              </a:rPr>
              <a:t> where activists projected a </a:t>
            </a:r>
            <a:r>
              <a:rPr lang="en" dirty="0" err="1">
                <a:solidFill>
                  <a:schemeClr val="dk1"/>
                </a:solidFill>
              </a:rPr>
              <a:t>deepfaked</a:t>
            </a:r>
            <a:r>
              <a:rPr lang="en" dirty="0">
                <a:solidFill>
                  <a:schemeClr val="dk1"/>
                </a:solidFill>
              </a:rPr>
              <a:t> version of Mark Zuckerberg’s voice onto city streets — a viral moment that symbolized public distrust in Meta's own technology and even </a:t>
            </a:r>
            <a:r>
              <a:rPr lang="en" dirty="0" err="1">
                <a:solidFill>
                  <a:schemeClr val="dk1"/>
                </a:solidFill>
              </a:rPr>
              <a:t>Zuckaberg</a:t>
            </a:r>
            <a:r>
              <a:rPr lang="en" dirty="0">
                <a:solidFill>
                  <a:schemeClr val="dk1"/>
                </a:solidFill>
              </a:rPr>
              <a:t> is not safe with AI moderation.</a:t>
            </a:r>
            <a:endParaRPr dirty="0">
              <a:solidFill>
                <a:schemeClr val="dk1"/>
              </a:solidFill>
            </a:endParaRPr>
          </a:p>
          <a:p>
            <a:pPr marL="381000" marR="381000" lvl="0" indent="0" algn="l" rtl="0">
              <a:lnSpc>
                <a:spcPct val="115000"/>
              </a:lnSpc>
              <a:spcBef>
                <a:spcPts val="1200"/>
              </a:spcBef>
              <a:spcAft>
                <a:spcPts val="0"/>
              </a:spcAft>
              <a:buNone/>
            </a:pPr>
            <a:r>
              <a:rPr lang="en" dirty="0">
                <a:solidFill>
                  <a:schemeClr val="dk1"/>
                </a:solidFill>
              </a:rPr>
              <a:t>–</a:t>
            </a:r>
            <a:endParaRPr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dirty="0">
                <a:solidFill>
                  <a:schemeClr val="dk1"/>
                </a:solidFill>
              </a:rPr>
              <a:t>In this section, we explored the </a:t>
            </a:r>
            <a:r>
              <a:rPr lang="en" b="1" dirty="0">
                <a:solidFill>
                  <a:schemeClr val="dk1"/>
                </a:solidFill>
              </a:rPr>
              <a:t>future of unemployment and rent trends in red states</a:t>
            </a:r>
            <a:r>
              <a:rPr lang="en" dirty="0">
                <a:solidFill>
                  <a:schemeClr val="dk1"/>
                </a:solidFill>
              </a:rPr>
              <a:t>, using only </a:t>
            </a:r>
            <a:r>
              <a:rPr lang="en" b="1" dirty="0">
                <a:solidFill>
                  <a:schemeClr val="dk1"/>
                </a:solidFill>
              </a:rPr>
              <a:t>post-COVID data starting from 2021 as COVID data would heavily influence our data for our clients. </a:t>
            </a:r>
            <a:endParaRPr dirty="0">
              <a:solidFill>
                <a:schemeClr val="dk1"/>
              </a:solidFill>
            </a:endParaRPr>
          </a:p>
          <a:p>
            <a:pPr marL="381000" marR="381000" lvl="0" indent="0" algn="l" rtl="0">
              <a:lnSpc>
                <a:spcPct val="115000"/>
              </a:lnSpc>
              <a:spcBef>
                <a:spcPts val="1200"/>
              </a:spcBef>
              <a:spcAft>
                <a:spcPts val="0"/>
              </a:spcAft>
              <a:buNone/>
            </a:pPr>
            <a:r>
              <a:rPr lang="en" dirty="0">
                <a:solidFill>
                  <a:schemeClr val="dk1"/>
                </a:solidFill>
              </a:rPr>
              <a:t>On the </a:t>
            </a:r>
            <a:r>
              <a:rPr lang="en" b="1" dirty="0">
                <a:solidFill>
                  <a:schemeClr val="dk1"/>
                </a:solidFill>
              </a:rPr>
              <a:t>top left</a:t>
            </a:r>
            <a:r>
              <a:rPr lang="en" dirty="0">
                <a:solidFill>
                  <a:schemeClr val="dk1"/>
                </a:solidFill>
              </a:rPr>
              <a:t>, the graph shows that </a:t>
            </a:r>
            <a:r>
              <a:rPr lang="en" b="1" dirty="0">
                <a:solidFill>
                  <a:schemeClr val="dk1"/>
                </a:solidFill>
              </a:rPr>
              <a:t>unemployment in red states is projected to remain stable </a:t>
            </a:r>
            <a:r>
              <a:rPr lang="en" dirty="0">
                <a:solidFill>
                  <a:schemeClr val="dk1"/>
                </a:solidFill>
              </a:rPr>
              <a:t> with only modest increases expected over the next two years — a sign of a healthy and reliable labor market. </a:t>
            </a:r>
            <a:r>
              <a:rPr lang="en" b="1" dirty="0">
                <a:solidFill>
                  <a:schemeClr val="dk1"/>
                </a:solidFill>
              </a:rPr>
              <a:t>similar to the bottom left graph showing unemployment forecast for </a:t>
            </a:r>
            <a:r>
              <a:rPr lang="en" b="1" dirty="0" err="1">
                <a:solidFill>
                  <a:schemeClr val="dk1"/>
                </a:solidFill>
              </a:rPr>
              <a:t>california</a:t>
            </a:r>
            <a:r>
              <a:rPr lang="en" b="1" dirty="0">
                <a:solidFill>
                  <a:schemeClr val="dk1"/>
                </a:solidFill>
              </a:rPr>
              <a:t> which is slightly higher</a:t>
            </a:r>
            <a:endParaRPr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dirty="0">
                <a:solidFill>
                  <a:schemeClr val="dk1"/>
                </a:solidFill>
              </a:rPr>
              <a:t>On the </a:t>
            </a:r>
            <a:r>
              <a:rPr lang="en" b="1" dirty="0">
                <a:solidFill>
                  <a:schemeClr val="dk1"/>
                </a:solidFill>
              </a:rPr>
              <a:t>right</a:t>
            </a:r>
            <a:r>
              <a:rPr lang="en" dirty="0">
                <a:solidFill>
                  <a:schemeClr val="dk1"/>
                </a:solidFill>
              </a:rPr>
              <a:t>, we forecasted average office rent. While it’s gradually rising, it remains </a:t>
            </a:r>
            <a:r>
              <a:rPr lang="en" b="1" dirty="0">
                <a:solidFill>
                  <a:schemeClr val="dk1"/>
                </a:solidFill>
              </a:rPr>
              <a:t>significantly lower than in California</a:t>
            </a:r>
            <a:r>
              <a:rPr lang="en" dirty="0">
                <a:solidFill>
                  <a:schemeClr val="dk1"/>
                </a:solidFill>
              </a:rPr>
              <a:t>, offering a valuable window for companies to secure space before prices climb further.</a:t>
            </a:r>
            <a:endParaRPr dirty="0">
              <a:solidFill>
                <a:schemeClr val="dk1"/>
              </a:solidFill>
            </a:endParaRPr>
          </a:p>
          <a:p>
            <a:pPr marL="0" lvl="0" indent="0" algn="l" rtl="0">
              <a:spcBef>
                <a:spcPts val="1200"/>
              </a:spcBef>
              <a:spcAft>
                <a:spcPts val="0"/>
              </a:spcAft>
              <a:buNone/>
            </a:pPr>
            <a:endParaRPr b="1"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4f325d9e1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34f325d9e1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381000" marR="381000" lvl="0" indent="0" algn="l" rtl="0">
              <a:lnSpc>
                <a:spcPct val="115000"/>
              </a:lnSpc>
              <a:spcBef>
                <a:spcPts val="1200"/>
              </a:spcBef>
              <a:spcAft>
                <a:spcPts val="0"/>
              </a:spcAft>
              <a:buClr>
                <a:schemeClr val="dk1"/>
              </a:buClr>
              <a:buSzPts val="1100"/>
              <a:buFont typeface="Arial"/>
              <a:buNone/>
            </a:pPr>
            <a:r>
              <a:rPr lang="en" dirty="0">
                <a:solidFill>
                  <a:schemeClr val="dk1"/>
                </a:solidFill>
              </a:rPr>
              <a:t>Now that we’ve forecasted the economic trends, we wanted to narrow things down even further — not just to states, but to the </a:t>
            </a:r>
            <a:r>
              <a:rPr lang="en" b="1" dirty="0">
                <a:solidFill>
                  <a:schemeClr val="dk1"/>
                </a:solidFill>
              </a:rPr>
              <a:t>specific red-state cities</a:t>
            </a:r>
            <a:r>
              <a:rPr lang="en" dirty="0">
                <a:solidFill>
                  <a:schemeClr val="dk1"/>
                </a:solidFill>
              </a:rPr>
              <a:t> that make the strongest case for Meta to move to.</a:t>
            </a:r>
            <a:endParaRPr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dirty="0">
                <a:solidFill>
                  <a:schemeClr val="dk1"/>
                </a:solidFill>
              </a:rPr>
              <a:t>So we created a </a:t>
            </a:r>
            <a:r>
              <a:rPr lang="en" b="1" dirty="0">
                <a:solidFill>
                  <a:schemeClr val="dk1"/>
                </a:solidFill>
              </a:rPr>
              <a:t>composite scoring model</a:t>
            </a:r>
            <a:r>
              <a:rPr lang="en" dirty="0">
                <a:solidFill>
                  <a:schemeClr val="dk1"/>
                </a:solidFill>
              </a:rPr>
              <a:t> based on four key criteria:</a:t>
            </a:r>
            <a:endParaRPr dirty="0">
              <a:solidFill>
                <a:schemeClr val="dk1"/>
              </a:solidFill>
            </a:endParaRPr>
          </a:p>
          <a:p>
            <a:pPr marL="838200" marR="381000" lvl="0" indent="-298450" algn="l" rtl="0">
              <a:lnSpc>
                <a:spcPct val="115000"/>
              </a:lnSpc>
              <a:spcBef>
                <a:spcPts val="1200"/>
              </a:spcBef>
              <a:spcAft>
                <a:spcPts val="0"/>
              </a:spcAft>
              <a:buClr>
                <a:schemeClr val="dk1"/>
              </a:buClr>
              <a:buSzPts val="1100"/>
              <a:buAutoNum type="arabicPeriod"/>
            </a:pPr>
            <a:r>
              <a:rPr lang="en" b="1" dirty="0">
                <a:solidFill>
                  <a:schemeClr val="dk1"/>
                </a:solidFill>
              </a:rPr>
              <a:t>Tech presence</a:t>
            </a:r>
            <a:r>
              <a:rPr lang="en" dirty="0">
                <a:solidFill>
                  <a:schemeClr val="dk1"/>
                </a:solidFill>
              </a:rPr>
              <a:t> — the number of unique tech tenants already operating in the city. This was weighted the heaviest at </a:t>
            </a:r>
            <a:r>
              <a:rPr lang="en" b="1" dirty="0">
                <a:solidFill>
                  <a:schemeClr val="dk1"/>
                </a:solidFill>
              </a:rPr>
              <a:t>40%</a:t>
            </a:r>
            <a:r>
              <a:rPr lang="en" dirty="0">
                <a:solidFill>
                  <a:schemeClr val="dk1"/>
                </a:solidFill>
              </a:rPr>
              <a:t>, because for a company like Meta, being in a tech hub is critical.</a:t>
            </a:r>
            <a:br>
              <a:rPr lang="en" dirty="0">
                <a:solidFill>
                  <a:schemeClr val="dk1"/>
                </a:solidFill>
              </a:rPr>
            </a:br>
            <a:endParaRPr dirty="0">
              <a:solidFill>
                <a:schemeClr val="dk1"/>
              </a:solidFill>
            </a:endParaRPr>
          </a:p>
          <a:p>
            <a:pPr marL="838200" marR="381000" lvl="0" indent="-298450" algn="l" rtl="0">
              <a:lnSpc>
                <a:spcPct val="115000"/>
              </a:lnSpc>
              <a:spcBef>
                <a:spcPts val="0"/>
              </a:spcBef>
              <a:spcAft>
                <a:spcPts val="0"/>
              </a:spcAft>
              <a:buClr>
                <a:schemeClr val="dk1"/>
              </a:buClr>
              <a:buSzPts val="1100"/>
              <a:buAutoNum type="arabicPeriod"/>
            </a:pPr>
            <a:r>
              <a:rPr lang="en" b="1" dirty="0">
                <a:solidFill>
                  <a:schemeClr val="dk1"/>
                </a:solidFill>
              </a:rPr>
              <a:t>Rent affordability</a:t>
            </a:r>
            <a:r>
              <a:rPr lang="en" dirty="0">
                <a:solidFill>
                  <a:schemeClr val="dk1"/>
                </a:solidFill>
              </a:rPr>
              <a:t> — with a  (20% weight). However Meta being a tech giant this does not pose a heavy percentage on to our model</a:t>
            </a:r>
            <a:endParaRPr dirty="0">
              <a:solidFill>
                <a:schemeClr val="dk1"/>
              </a:solidFill>
            </a:endParaRPr>
          </a:p>
          <a:p>
            <a:pPr marL="838200" marR="381000" lvl="0" indent="-298450" algn="l" rtl="0">
              <a:lnSpc>
                <a:spcPct val="115000"/>
              </a:lnSpc>
              <a:spcBef>
                <a:spcPts val="0"/>
              </a:spcBef>
              <a:spcAft>
                <a:spcPts val="0"/>
              </a:spcAft>
              <a:buClr>
                <a:schemeClr val="dk1"/>
              </a:buClr>
              <a:buSzPts val="1100"/>
              <a:buAutoNum type="arabicPeriod"/>
            </a:pPr>
            <a:r>
              <a:rPr lang="en" b="1" dirty="0">
                <a:solidFill>
                  <a:schemeClr val="dk1"/>
                </a:solidFill>
              </a:rPr>
              <a:t>Unemployment</a:t>
            </a:r>
            <a:r>
              <a:rPr lang="en" dirty="0">
                <a:solidFill>
                  <a:schemeClr val="dk1"/>
                </a:solidFill>
              </a:rPr>
              <a:t> — lower unemployment signals a healthier and more stable job market (20%).</a:t>
            </a:r>
            <a:br>
              <a:rPr lang="en" dirty="0">
                <a:solidFill>
                  <a:schemeClr val="dk1"/>
                </a:solidFill>
              </a:rPr>
            </a:br>
            <a:endParaRPr dirty="0">
              <a:solidFill>
                <a:schemeClr val="dk1"/>
              </a:solidFill>
            </a:endParaRPr>
          </a:p>
          <a:p>
            <a:pPr marL="838200" marR="381000" lvl="0" indent="-298450" algn="l" rtl="0">
              <a:lnSpc>
                <a:spcPct val="115000"/>
              </a:lnSpc>
              <a:spcBef>
                <a:spcPts val="0"/>
              </a:spcBef>
              <a:spcAft>
                <a:spcPts val="0"/>
              </a:spcAft>
              <a:buClr>
                <a:schemeClr val="dk1"/>
              </a:buClr>
              <a:buSzPts val="1100"/>
              <a:buAutoNum type="arabicPeriod"/>
            </a:pPr>
            <a:r>
              <a:rPr lang="en" b="1" dirty="0">
                <a:solidFill>
                  <a:schemeClr val="dk1"/>
                </a:solidFill>
              </a:rPr>
              <a:t>Urban infrastructure</a:t>
            </a:r>
            <a:r>
              <a:rPr lang="en" dirty="0">
                <a:solidFill>
                  <a:schemeClr val="dk1"/>
                </a:solidFill>
              </a:rPr>
              <a:t> — measured by the number of unique large office buildings (20%), showing whether the city can actually support large corporate campuses.</a:t>
            </a:r>
            <a:endParaRPr dirty="0">
              <a:solidFill>
                <a:schemeClr val="dk1"/>
              </a:solidFill>
            </a:endParaRPr>
          </a:p>
          <a:p>
            <a:pPr marL="381000" marR="381000" lvl="0" indent="0" algn="l" rtl="0">
              <a:lnSpc>
                <a:spcPct val="115000"/>
              </a:lnSpc>
              <a:spcBef>
                <a:spcPts val="1200"/>
              </a:spcBef>
              <a:spcAft>
                <a:spcPts val="0"/>
              </a:spcAft>
              <a:buNone/>
            </a:pPr>
            <a:r>
              <a:rPr lang="en" dirty="0">
                <a:solidFill>
                  <a:schemeClr val="dk1"/>
                </a:solidFill>
              </a:rPr>
              <a:t>On the </a:t>
            </a:r>
            <a:r>
              <a:rPr lang="en" b="1" dirty="0">
                <a:solidFill>
                  <a:schemeClr val="dk1"/>
                </a:solidFill>
              </a:rPr>
              <a:t>right</a:t>
            </a:r>
            <a:r>
              <a:rPr lang="en" dirty="0">
                <a:solidFill>
                  <a:schemeClr val="dk1"/>
                </a:solidFill>
              </a:rPr>
              <a:t>, the horizontal bar chart shows our top five red-state cities, based on their total composite scores.</a:t>
            </a:r>
            <a:br>
              <a:rPr lang="en" dirty="0">
                <a:solidFill>
                  <a:schemeClr val="dk1"/>
                </a:solidFill>
              </a:rPr>
            </a:br>
            <a:r>
              <a:rPr lang="en" dirty="0">
                <a:solidFill>
                  <a:schemeClr val="dk1"/>
                </a:solidFill>
              </a:rPr>
              <a:t> </a:t>
            </a:r>
            <a:r>
              <a:rPr lang="en" b="1" dirty="0">
                <a:solidFill>
                  <a:schemeClr val="dk1"/>
                </a:solidFill>
              </a:rPr>
              <a:t>Atlanta</a:t>
            </a:r>
            <a:r>
              <a:rPr lang="en" dirty="0">
                <a:solidFill>
                  <a:schemeClr val="dk1"/>
                </a:solidFill>
              </a:rPr>
              <a:t> stands out as the clear front-runner, followed by </a:t>
            </a:r>
            <a:r>
              <a:rPr lang="en" b="1" dirty="0">
                <a:solidFill>
                  <a:schemeClr val="dk1"/>
                </a:solidFill>
              </a:rPr>
              <a:t>Houston</a:t>
            </a:r>
            <a:r>
              <a:rPr lang="en" dirty="0">
                <a:solidFill>
                  <a:schemeClr val="dk1"/>
                </a:solidFill>
              </a:rPr>
              <a:t>, </a:t>
            </a:r>
            <a:r>
              <a:rPr lang="en" b="1" dirty="0">
                <a:solidFill>
                  <a:schemeClr val="dk1"/>
                </a:solidFill>
              </a:rPr>
              <a:t>Charlotte</a:t>
            </a:r>
            <a:r>
              <a:rPr lang="en" dirty="0">
                <a:solidFill>
                  <a:schemeClr val="dk1"/>
                </a:solidFill>
              </a:rPr>
              <a:t>, </a:t>
            </a:r>
            <a:r>
              <a:rPr lang="en" b="1" dirty="0">
                <a:solidFill>
                  <a:schemeClr val="dk1"/>
                </a:solidFill>
              </a:rPr>
              <a:t>Tampa</a:t>
            </a:r>
            <a:r>
              <a:rPr lang="en" dirty="0">
                <a:solidFill>
                  <a:schemeClr val="dk1"/>
                </a:solidFill>
              </a:rPr>
              <a:t>, and </a:t>
            </a:r>
            <a:r>
              <a:rPr lang="en" b="1" dirty="0">
                <a:solidFill>
                  <a:schemeClr val="dk1"/>
                </a:solidFill>
              </a:rPr>
              <a:t>Salt Lake City</a:t>
            </a:r>
            <a:r>
              <a:rPr lang="en" dirty="0">
                <a:solidFill>
                  <a:schemeClr val="dk1"/>
                </a:solidFill>
              </a:rPr>
              <a:t>.</a:t>
            </a:r>
            <a:endParaRPr dirty="0">
              <a:solidFill>
                <a:schemeClr val="dk1"/>
              </a:solidFill>
            </a:endParaRPr>
          </a:p>
          <a:p>
            <a:pPr marL="381000" marR="381000" lvl="0" indent="0" algn="l" rtl="0">
              <a:lnSpc>
                <a:spcPct val="115000"/>
              </a:lnSpc>
              <a:spcBef>
                <a:spcPts val="1200"/>
              </a:spcBef>
              <a:spcAft>
                <a:spcPts val="0"/>
              </a:spcAft>
              <a:buNone/>
            </a:pPr>
            <a:r>
              <a:rPr lang="en" dirty="0">
                <a:solidFill>
                  <a:schemeClr val="dk1"/>
                </a:solidFill>
              </a:rPr>
              <a:t>On the </a:t>
            </a:r>
            <a:r>
              <a:rPr lang="en" b="1" dirty="0">
                <a:solidFill>
                  <a:schemeClr val="dk1"/>
                </a:solidFill>
              </a:rPr>
              <a:t>bottom left</a:t>
            </a:r>
            <a:r>
              <a:rPr lang="en" dirty="0">
                <a:solidFill>
                  <a:schemeClr val="dk1"/>
                </a:solidFill>
              </a:rPr>
              <a:t>, you’ll see a </a:t>
            </a:r>
            <a:r>
              <a:rPr lang="en" b="1" dirty="0">
                <a:solidFill>
                  <a:schemeClr val="dk1"/>
                </a:solidFill>
              </a:rPr>
              <a:t>side-by-side breakdown</a:t>
            </a:r>
            <a:r>
              <a:rPr lang="en" dirty="0">
                <a:solidFill>
                  <a:schemeClr val="dk1"/>
                </a:solidFill>
              </a:rPr>
              <a:t> of how each of these cities performed across the four metrics.</a:t>
            </a:r>
            <a:br>
              <a:rPr lang="en" dirty="0">
                <a:solidFill>
                  <a:schemeClr val="dk1"/>
                </a:solidFill>
              </a:rPr>
            </a:br>
            <a:r>
              <a:rPr lang="en" dirty="0">
                <a:solidFill>
                  <a:schemeClr val="dk1"/>
                </a:solidFill>
              </a:rPr>
              <a:t> For example, Atlanta scores extremely high in both </a:t>
            </a:r>
            <a:r>
              <a:rPr lang="en" b="1" dirty="0">
                <a:solidFill>
                  <a:schemeClr val="dk1"/>
                </a:solidFill>
              </a:rPr>
              <a:t>tech presence</a:t>
            </a:r>
            <a:r>
              <a:rPr lang="en" dirty="0">
                <a:solidFill>
                  <a:schemeClr val="dk1"/>
                </a:solidFill>
              </a:rPr>
              <a:t> and </a:t>
            </a:r>
            <a:r>
              <a:rPr lang="en" b="1" dirty="0">
                <a:solidFill>
                  <a:schemeClr val="dk1"/>
                </a:solidFill>
              </a:rPr>
              <a:t>infrastructure</a:t>
            </a:r>
            <a:r>
              <a:rPr lang="en" dirty="0">
                <a:solidFill>
                  <a:schemeClr val="dk1"/>
                </a:solidFill>
              </a:rPr>
              <a:t>, while Charlotte performs best in </a:t>
            </a:r>
            <a:r>
              <a:rPr lang="en" b="1" dirty="0">
                <a:solidFill>
                  <a:schemeClr val="dk1"/>
                </a:solidFill>
              </a:rPr>
              <a:t>rent affordability</a:t>
            </a:r>
            <a:r>
              <a:rPr lang="en" dirty="0">
                <a:solidFill>
                  <a:schemeClr val="dk1"/>
                </a:solidFill>
              </a:rPr>
              <a:t> which for a company like Meta </a:t>
            </a:r>
            <a:r>
              <a:rPr lang="en" dirty="0" err="1">
                <a:solidFill>
                  <a:schemeClr val="dk1"/>
                </a:solidFill>
              </a:rPr>
              <a:t>doesnt</a:t>
            </a:r>
            <a:r>
              <a:rPr lang="en" dirty="0">
                <a:solidFill>
                  <a:schemeClr val="dk1"/>
                </a:solidFill>
              </a:rPr>
              <a:t> really matter</a:t>
            </a:r>
            <a:endParaRPr dirty="0">
              <a:solidFill>
                <a:schemeClr val="dk1"/>
              </a:solidFill>
            </a:endParaRPr>
          </a:p>
          <a:p>
            <a:pPr marL="381000" marR="381000" lvl="0" indent="0" algn="l" rtl="0">
              <a:lnSpc>
                <a:spcPct val="115000"/>
              </a:lnSpc>
              <a:spcBef>
                <a:spcPts val="1200"/>
              </a:spcBef>
              <a:spcAft>
                <a:spcPts val="0"/>
              </a:spcAft>
              <a:buNone/>
            </a:pPr>
            <a:endParaRPr dirty="0">
              <a:solidFill>
                <a:schemeClr val="dk1"/>
              </a:solidFill>
            </a:endParaRPr>
          </a:p>
          <a:p>
            <a:pPr marL="0" marR="381000" lvl="0" indent="0" algn="l" rtl="0">
              <a:lnSpc>
                <a:spcPct val="115000"/>
              </a:lnSpc>
              <a:spcBef>
                <a:spcPts val="1200"/>
              </a:spcBef>
              <a:spcAft>
                <a:spcPts val="0"/>
              </a:spcAft>
              <a:buNone/>
            </a:pP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4f325d9e17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4f325d9e1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err="1"/>
              <a:t>Unique_buildings</a:t>
            </a:r>
            <a:r>
              <a:rPr lang="en" dirty="0"/>
              <a:t> is building supplies  this is</a:t>
            </a:r>
            <a:endParaRPr dirty="0"/>
          </a:p>
          <a:p>
            <a:pPr marL="0" lvl="0" indent="0" algn="l" rtl="0">
              <a:spcBef>
                <a:spcPts val="0"/>
              </a:spcBef>
              <a:spcAft>
                <a:spcPts val="0"/>
              </a:spcAft>
              <a:buClr>
                <a:schemeClr val="dk1"/>
              </a:buClr>
              <a:buSzPts val="1100"/>
              <a:buFont typeface="Arial"/>
              <a:buNone/>
            </a:pPr>
            <a:r>
              <a:rPr lang="en" dirty="0">
                <a:solidFill>
                  <a:schemeClr val="dk1"/>
                </a:solidFill>
              </a:rPr>
              <a:t>Buildings located in </a:t>
            </a:r>
            <a:r>
              <a:rPr lang="en" b="1" dirty="0">
                <a:solidFill>
                  <a:schemeClr val="dk1"/>
                </a:solidFill>
              </a:rPr>
              <a:t>red states</a:t>
            </a:r>
            <a:br>
              <a:rPr lang="en" b="1" dirty="0">
                <a:solidFill>
                  <a:schemeClr val="dk1"/>
                </a:solidFill>
              </a:rPr>
            </a:br>
            <a:endParaRPr b="1"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With </a:t>
            </a:r>
            <a:r>
              <a:rPr lang="en" b="1" dirty="0">
                <a:solidFill>
                  <a:schemeClr val="dk1"/>
                </a:solidFill>
              </a:rPr>
              <a:t>over 40,000 sq ft</a:t>
            </a:r>
            <a:br>
              <a:rPr lang="en" b="1" dirty="0">
                <a:solidFill>
                  <a:schemeClr val="dk1"/>
                </a:solidFill>
              </a:rPr>
            </a:br>
            <a:endParaRPr b="1"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In </a:t>
            </a:r>
            <a:r>
              <a:rPr lang="en" b="1" dirty="0">
                <a:solidFill>
                  <a:schemeClr val="dk1"/>
                </a:solidFill>
              </a:rPr>
              <a:t>urban areas (CBD)</a:t>
            </a:r>
            <a:br>
              <a:rPr lang="en" b="1" dirty="0">
                <a:solidFill>
                  <a:schemeClr val="dk1"/>
                </a:solidFill>
              </a:rPr>
            </a:br>
            <a:endParaRPr b="1" dirty="0">
              <a:solidFill>
                <a:schemeClr val="dk1"/>
              </a:solidFill>
            </a:endParaRPr>
          </a:p>
          <a:p>
            <a:pPr marL="0" lvl="0" indent="0" algn="l" rtl="0">
              <a:spcBef>
                <a:spcPts val="0"/>
              </a:spcBef>
              <a:spcAft>
                <a:spcPts val="0"/>
              </a:spcAft>
              <a:buClr>
                <a:schemeClr val="dk1"/>
              </a:buClr>
              <a:buSzPts val="1100"/>
              <a:buFont typeface="Arial"/>
              <a:buNone/>
            </a:pPr>
            <a:r>
              <a:rPr lang="en" dirty="0"/>
              <a:t>Leased by tech-related companies</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 dirty="0"/>
              <a:t>But ultimately, Austin, Texas came out on top.</a:t>
            </a:r>
            <a:endParaRPr dirty="0"/>
          </a:p>
          <a:p>
            <a:pPr marL="0" lvl="0" indent="0" algn="l" rtl="0">
              <a:spcBef>
                <a:spcPts val="0"/>
              </a:spcBef>
              <a:spcAft>
                <a:spcPts val="0"/>
              </a:spcAft>
              <a:buClr>
                <a:schemeClr val="dk1"/>
              </a:buClr>
              <a:buSzPts val="1100"/>
              <a:buFont typeface="Arial"/>
              <a:buNone/>
            </a:pPr>
            <a:r>
              <a:rPr lang="en" dirty="0"/>
              <a:t>Why? It has:</a:t>
            </a:r>
            <a:endParaRPr dirty="0"/>
          </a:p>
          <a:p>
            <a:pPr marL="457200" lvl="0" indent="-298450" algn="l" rtl="0">
              <a:spcBef>
                <a:spcPts val="0"/>
              </a:spcBef>
              <a:spcAft>
                <a:spcPts val="0"/>
              </a:spcAft>
              <a:buSzPts val="1100"/>
              <a:buChar char="●"/>
            </a:pPr>
            <a:r>
              <a:rPr lang="en" dirty="0"/>
              <a:t>The highest composite score across all factors.</a:t>
            </a:r>
            <a:br>
              <a:rPr lang="en" dirty="0"/>
            </a:br>
            <a:endParaRPr dirty="0"/>
          </a:p>
          <a:p>
            <a:pPr marL="457200" lvl="0" indent="-298450" algn="l" rtl="0">
              <a:spcBef>
                <a:spcPts val="0"/>
              </a:spcBef>
              <a:spcAft>
                <a:spcPts val="0"/>
              </a:spcAft>
              <a:buSzPts val="1100"/>
              <a:buChar char="●"/>
            </a:pPr>
            <a:r>
              <a:rPr lang="en" dirty="0"/>
              <a:t>No state income tax — that’s huge for cost savings.</a:t>
            </a:r>
            <a:br>
              <a:rPr lang="en" dirty="0"/>
            </a:br>
            <a:endParaRPr dirty="0"/>
          </a:p>
          <a:p>
            <a:pPr marL="457200" lvl="0" indent="-298450" algn="l" rtl="0">
              <a:spcBef>
                <a:spcPts val="0"/>
              </a:spcBef>
              <a:spcAft>
                <a:spcPts val="0"/>
              </a:spcAft>
              <a:buSzPts val="1100"/>
              <a:buChar char="●"/>
            </a:pPr>
            <a:r>
              <a:rPr lang="en" dirty="0"/>
              <a:t>It’s already a tech hub, with Tesla, Oracle, and Apple expanding there.</a:t>
            </a:r>
            <a:br>
              <a:rPr lang="en" dirty="0"/>
            </a:br>
            <a:endParaRPr dirty="0"/>
          </a:p>
          <a:p>
            <a:pPr marL="457200" lvl="0" indent="-298450" algn="l" rtl="0">
              <a:spcBef>
                <a:spcPts val="0"/>
              </a:spcBef>
              <a:spcAft>
                <a:spcPts val="0"/>
              </a:spcAft>
              <a:buSzPts val="1100"/>
              <a:buChar char="●"/>
            </a:pPr>
            <a:r>
              <a:rPr lang="en" dirty="0"/>
              <a:t>And it offers a culture and infrastructure that aligns with Meta's needs.</a:t>
            </a:r>
            <a:br>
              <a:rPr lang="en" dirty="0"/>
            </a:br>
            <a:endParaRPr dirty="0"/>
          </a:p>
          <a:p>
            <a:pPr marL="0" lvl="0" indent="0" algn="l" rtl="0">
              <a:spcBef>
                <a:spcPts val="0"/>
              </a:spcBef>
              <a:spcAft>
                <a:spcPts val="0"/>
              </a:spcAft>
              <a:buClr>
                <a:schemeClr val="dk1"/>
              </a:buClr>
              <a:buSzPts val="1100"/>
              <a:buFont typeface="Arial"/>
              <a:buNone/>
            </a:pPr>
            <a:r>
              <a:rPr lang="en" dirty="0"/>
              <a:t>The radar chart here shows how Austin leads in tech presence and infrastructure, while still performing well in rent and employment. These finding can also apply to medium to large tech companies that are considering to move out of </a:t>
            </a:r>
            <a:r>
              <a:rPr lang="en" dirty="0" err="1"/>
              <a:t>california</a:t>
            </a:r>
            <a:r>
              <a:rPr lang="en" dirty="0"/>
              <a:t>. </a:t>
            </a:r>
            <a:endParaRPr b="1" dirty="0">
              <a:solidFill>
                <a:schemeClr val="dk1"/>
              </a:solidFill>
            </a:endParaRPr>
          </a:p>
          <a:p>
            <a:pPr marL="0" lvl="0" indent="0" algn="l" rtl="0">
              <a:spcBef>
                <a:spcPts val="0"/>
              </a:spcBef>
              <a:spcAft>
                <a:spcPts val="0"/>
              </a:spcAft>
              <a:buClr>
                <a:schemeClr val="dk1"/>
              </a:buClr>
              <a:buSzPts val="1100"/>
              <a:buFont typeface="Arial"/>
              <a:buNone/>
            </a:pPr>
            <a:r>
              <a:rPr lang="en" b="1" dirty="0">
                <a:solidFill>
                  <a:schemeClr val="dk1"/>
                </a:solidFill>
              </a:rPr>
              <a:t>Ultimately, our data shows that relocating to a red-state city like Atlanta isn’t just cost-effective — it’s a strategic move for long-term growth and stability for  Meta’s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4f34d65f3f_2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4f34d65f3f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_1">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23850">
              <a:spcBef>
                <a:spcPts val="0"/>
              </a:spcBef>
              <a:spcAft>
                <a:spcPts val="0"/>
              </a:spcAft>
              <a:buClr>
                <a:schemeClr val="lt1"/>
              </a:buClr>
              <a:buSzPts val="15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1150">
              <a:spcBef>
                <a:spcPts val="0"/>
              </a:spcBef>
              <a:spcAft>
                <a:spcPts val="0"/>
              </a:spcAft>
              <a:buClr>
                <a:schemeClr val="lt1"/>
              </a:buClr>
              <a:buSzPts val="1300"/>
              <a:buChar char="■"/>
              <a:defRPr>
                <a:solidFill>
                  <a:schemeClr val="lt1"/>
                </a:solidFill>
              </a:defRPr>
            </a:lvl3pPr>
            <a:lvl4pPr marL="1828800" lvl="3" indent="-304800">
              <a:spcBef>
                <a:spcPts val="0"/>
              </a:spcBef>
              <a:spcAft>
                <a:spcPts val="0"/>
              </a:spcAft>
              <a:buClr>
                <a:schemeClr val="lt1"/>
              </a:buClr>
              <a:buSzPts val="12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85750">
              <a:spcBef>
                <a:spcPts val="0"/>
              </a:spcBef>
              <a:spcAft>
                <a:spcPts val="0"/>
              </a:spcAft>
              <a:buClr>
                <a:schemeClr val="lt1"/>
              </a:buClr>
              <a:buSzPts val="900"/>
              <a:buChar char="●"/>
              <a:defRPr>
                <a:solidFill>
                  <a:schemeClr val="lt1"/>
                </a:solidFill>
              </a:defRPr>
            </a:lvl7pPr>
            <a:lvl8pPr marL="3657600" lvl="7" indent="-279400">
              <a:spcBef>
                <a:spcPts val="0"/>
              </a:spcBef>
              <a:spcAft>
                <a:spcPts val="0"/>
              </a:spcAft>
              <a:buClr>
                <a:schemeClr val="lt1"/>
              </a:buClr>
              <a:buSzPts val="800"/>
              <a:buChar char="○"/>
              <a:defRPr>
                <a:solidFill>
                  <a:schemeClr val="lt1"/>
                </a:solidFill>
              </a:defRPr>
            </a:lvl8pPr>
            <a:lvl9pPr marL="4114800" lvl="8" indent="-273050">
              <a:spcBef>
                <a:spcPts val="0"/>
              </a:spcBef>
              <a:spcAft>
                <a:spcPts val="0"/>
              </a:spcAft>
              <a:buClr>
                <a:schemeClr val="lt1"/>
              </a:buClr>
              <a:buSzPts val="700"/>
              <a:buChar char="■"/>
              <a:defRPr>
                <a:solidFill>
                  <a:schemeClr val="lt1"/>
                </a:solidFill>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5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23850" algn="ctr">
              <a:spcBef>
                <a:spcPts val="0"/>
              </a:spcBef>
              <a:spcAft>
                <a:spcPts val="0"/>
              </a:spcAft>
              <a:buSzPts val="1500"/>
              <a:buChar char="●"/>
              <a:defRPr/>
            </a:lvl1pPr>
            <a:lvl2pPr marL="914400" lvl="1" indent="-317500" algn="ctr">
              <a:spcBef>
                <a:spcPts val="0"/>
              </a:spcBef>
              <a:spcAft>
                <a:spcPts val="0"/>
              </a:spcAft>
              <a:buSzPts val="1400"/>
              <a:buChar char="○"/>
              <a:defRPr/>
            </a:lvl2pPr>
            <a:lvl3pPr marL="1371600" lvl="2" indent="-311150" algn="ctr">
              <a:spcBef>
                <a:spcPts val="0"/>
              </a:spcBef>
              <a:spcAft>
                <a:spcPts val="0"/>
              </a:spcAft>
              <a:buSzPts val="1300"/>
              <a:buChar char="■"/>
              <a:defRPr/>
            </a:lvl3pPr>
            <a:lvl4pPr marL="1828800" lvl="3" indent="-304800" algn="ctr">
              <a:spcBef>
                <a:spcPts val="0"/>
              </a:spcBef>
              <a:spcAft>
                <a:spcPts val="0"/>
              </a:spcAft>
              <a:buSzPts val="1200"/>
              <a:buChar char="●"/>
              <a:defRPr/>
            </a:lvl4pPr>
            <a:lvl5pPr marL="2286000" lvl="4" indent="-298450" algn="ctr">
              <a:spcBef>
                <a:spcPts val="0"/>
              </a:spcBef>
              <a:spcAft>
                <a:spcPts val="0"/>
              </a:spcAft>
              <a:buSzPts val="1100"/>
              <a:buChar char="○"/>
              <a:defRPr/>
            </a:lvl5pPr>
            <a:lvl6pPr marL="2743200" lvl="5" indent="-292100" algn="ctr">
              <a:spcBef>
                <a:spcPts val="0"/>
              </a:spcBef>
              <a:spcAft>
                <a:spcPts val="0"/>
              </a:spcAft>
              <a:buSzPts val="1000"/>
              <a:buChar char="■"/>
              <a:defRPr/>
            </a:lvl6pPr>
            <a:lvl7pPr marL="3200400" lvl="6" indent="-285750" algn="ctr">
              <a:spcBef>
                <a:spcPts val="0"/>
              </a:spcBef>
              <a:spcAft>
                <a:spcPts val="0"/>
              </a:spcAft>
              <a:buSzPts val="900"/>
              <a:buChar char="●"/>
              <a:defRPr/>
            </a:lvl7pPr>
            <a:lvl8pPr marL="3657600" lvl="7" indent="-279400" algn="ctr">
              <a:spcBef>
                <a:spcPts val="0"/>
              </a:spcBef>
              <a:spcAft>
                <a:spcPts val="0"/>
              </a:spcAft>
              <a:buSzPts val="800"/>
              <a:buChar char="○"/>
              <a:defRPr/>
            </a:lvl8pPr>
            <a:lvl9pPr marL="4114800" lvl="8" indent="-273050" algn="ctr">
              <a:spcBef>
                <a:spcPts val="0"/>
              </a:spcBef>
              <a:spcAft>
                <a:spcPts val="0"/>
              </a:spcAft>
              <a:buSzPts val="7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p:cSld name="BLANK_2">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95"/>
        <p:cNvGrpSpPr/>
        <p:nvPr/>
      </p:nvGrpSpPr>
      <p:grpSpPr>
        <a:xfrm>
          <a:off x="0" y="0"/>
          <a:ext cx="0" cy="0"/>
          <a:chOff x="0" y="0"/>
          <a:chExt cx="0" cy="0"/>
        </a:xfrm>
      </p:grpSpPr>
      <p:sp>
        <p:nvSpPr>
          <p:cNvPr id="96" name="Google Shape;96;p25"/>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8" name="Google Shape;98;p25"/>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9" name="Google Shape;99;p25"/>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0" name="Google Shape;100;p25"/>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1" name="Google Shape;101;p25"/>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2" name="Google Shape;102;p25"/>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3" name="Google Shape;103;p25"/>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04"/>
        <p:cNvGrpSpPr/>
        <p:nvPr/>
      </p:nvGrpSpPr>
      <p:grpSpPr>
        <a:xfrm>
          <a:off x="0" y="0"/>
          <a:ext cx="0" cy="0"/>
          <a:chOff x="0" y="0"/>
          <a:chExt cx="0" cy="0"/>
        </a:xfrm>
      </p:grpSpPr>
      <p:sp>
        <p:nvSpPr>
          <p:cNvPr id="105" name="Google Shape;10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26"/>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07" name="Google Shape;107;p26"/>
          <p:cNvSpPr>
            <a:spLocks noGrp="1"/>
          </p:cNvSpPr>
          <p:nvPr>
            <p:ph type="pic" idx="2"/>
          </p:nvPr>
        </p:nvSpPr>
        <p:spPr>
          <a:xfrm>
            <a:off x="4992024" y="1152775"/>
            <a:ext cx="3840300" cy="3416400"/>
          </a:xfrm>
          <a:prstGeom prst="rect">
            <a:avLst/>
          </a:prstGeom>
          <a:noFill/>
          <a:ln>
            <a:noFill/>
          </a:ln>
        </p:spPr>
      </p:sp>
      <p:sp>
        <p:nvSpPr>
          <p:cNvPr id="108" name="Google Shape;10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big ideas">
  <p:cSld name="CUSTOM_1_1">
    <p:spTree>
      <p:nvGrpSpPr>
        <p:cNvPr id="1" name="Shape 109"/>
        <p:cNvGrpSpPr/>
        <p:nvPr/>
      </p:nvGrpSpPr>
      <p:grpSpPr>
        <a:xfrm>
          <a:off x="0" y="0"/>
          <a:ext cx="0" cy="0"/>
          <a:chOff x="0" y="0"/>
          <a:chExt cx="0" cy="0"/>
        </a:xfrm>
      </p:grpSpPr>
      <p:sp>
        <p:nvSpPr>
          <p:cNvPr id="110" name="Google Shape;11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1" name="Google Shape;111;p2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12" name="Google Shape;112;p27"/>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13" name="Google Shape;113;p2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14" name="Google Shape;114;p2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15" name="Google Shape;115;p2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16"/>
        <p:cNvGrpSpPr/>
        <p:nvPr/>
      </p:nvGrpSpPr>
      <p:grpSpPr>
        <a:xfrm>
          <a:off x="0" y="0"/>
          <a:ext cx="0" cy="0"/>
          <a:chOff x="0" y="0"/>
          <a:chExt cx="0" cy="0"/>
        </a:xfrm>
      </p:grpSpPr>
      <p:sp>
        <p:nvSpPr>
          <p:cNvPr id="117" name="Google Shape;11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8" name="Google Shape;118;p28"/>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19" name="Google Shape;119;p2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20" name="Google Shape;120;p28"/>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21" name="Google Shape;121;p2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22" name="Google Shape;122;p28"/>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23" name="Google Shape;123;p28"/>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24" name="Google Shape;124;p28"/>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125"/>
        <p:cNvGrpSpPr/>
        <p:nvPr/>
      </p:nvGrpSpPr>
      <p:grpSpPr>
        <a:xfrm>
          <a:off x="0" y="0"/>
          <a:ext cx="0" cy="0"/>
          <a:chOff x="0" y="0"/>
          <a:chExt cx="0" cy="0"/>
        </a:xfrm>
      </p:grpSpPr>
      <p:sp>
        <p:nvSpPr>
          <p:cNvPr id="126" name="Google Shape;12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7" name="Google Shape;127;p29"/>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28" name="Google Shape;128;p29"/>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29" name="Google Shape;129;p29"/>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30" name="Google Shape;130;p29"/>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31" name="Google Shape;131;p29"/>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32" name="Google Shape;132;p29"/>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3" name="Google Shape;133;p29"/>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4" name="Google Shape;134;p29"/>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5" name="Google Shape;135;p29"/>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136"/>
        <p:cNvGrpSpPr/>
        <p:nvPr/>
      </p:nvGrpSpPr>
      <p:grpSpPr>
        <a:xfrm>
          <a:off x="0" y="0"/>
          <a:ext cx="0" cy="0"/>
          <a:chOff x="0" y="0"/>
          <a:chExt cx="0" cy="0"/>
        </a:xfrm>
      </p:grpSpPr>
      <p:sp>
        <p:nvSpPr>
          <p:cNvPr id="137" name="Google Shape;137;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9" name="Google Shape;139;p3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40"/>
        <p:cNvGrpSpPr/>
        <p:nvPr/>
      </p:nvGrpSpPr>
      <p:grpSpPr>
        <a:xfrm>
          <a:off x="0" y="0"/>
          <a:ext cx="0" cy="0"/>
          <a:chOff x="0" y="0"/>
          <a:chExt cx="0" cy="0"/>
        </a:xfrm>
      </p:grpSpPr>
      <p:sp>
        <p:nvSpPr>
          <p:cNvPr id="141" name="Google Shape;141;p3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2" name="Google Shape;142;p31"/>
          <p:cNvSpPr>
            <a:spLocks noGrp="1"/>
          </p:cNvSpPr>
          <p:nvPr>
            <p:ph type="pic" idx="2"/>
          </p:nvPr>
        </p:nvSpPr>
        <p:spPr>
          <a:xfrm>
            <a:off x="4804825" y="1133300"/>
            <a:ext cx="4027500" cy="2392800"/>
          </a:xfrm>
          <a:prstGeom prst="rect">
            <a:avLst/>
          </a:prstGeom>
          <a:noFill/>
          <a:ln>
            <a:noFill/>
          </a:ln>
        </p:spPr>
      </p:sp>
      <p:sp>
        <p:nvSpPr>
          <p:cNvPr id="143" name="Google Shape;143;p31"/>
          <p:cNvSpPr>
            <a:spLocks noGrp="1"/>
          </p:cNvSpPr>
          <p:nvPr>
            <p:ph type="pic" idx="3"/>
          </p:nvPr>
        </p:nvSpPr>
        <p:spPr>
          <a:xfrm>
            <a:off x="311725" y="1133300"/>
            <a:ext cx="4027500" cy="2392800"/>
          </a:xfrm>
          <a:prstGeom prst="rect">
            <a:avLst/>
          </a:prstGeom>
          <a:noFill/>
          <a:ln>
            <a:noFill/>
          </a:ln>
        </p:spPr>
      </p:sp>
      <p:sp>
        <p:nvSpPr>
          <p:cNvPr id="144" name="Google Shape;144;p3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5" name="Google Shape;14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3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8" name="Google Shape;148;p3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49"/>
        <p:cNvGrpSpPr/>
        <p:nvPr/>
      </p:nvGrpSpPr>
      <p:grpSpPr>
        <a:xfrm>
          <a:off x="0" y="0"/>
          <a:ext cx="0" cy="0"/>
          <a:chOff x="0" y="0"/>
          <a:chExt cx="0" cy="0"/>
        </a:xfrm>
      </p:grpSpPr>
      <p:sp>
        <p:nvSpPr>
          <p:cNvPr id="150" name="Google Shape;150;p3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1" name="Google Shape;151;p32"/>
          <p:cNvSpPr>
            <a:spLocks noGrp="1"/>
          </p:cNvSpPr>
          <p:nvPr>
            <p:ph type="pic" idx="2"/>
          </p:nvPr>
        </p:nvSpPr>
        <p:spPr>
          <a:xfrm>
            <a:off x="6205225" y="1128325"/>
            <a:ext cx="2627100" cy="2273100"/>
          </a:xfrm>
          <a:prstGeom prst="rect">
            <a:avLst/>
          </a:prstGeom>
          <a:noFill/>
          <a:ln>
            <a:noFill/>
          </a:ln>
        </p:spPr>
      </p:sp>
      <p:sp>
        <p:nvSpPr>
          <p:cNvPr id="152" name="Google Shape;152;p32"/>
          <p:cNvSpPr>
            <a:spLocks noGrp="1"/>
          </p:cNvSpPr>
          <p:nvPr>
            <p:ph type="pic" idx="3"/>
          </p:nvPr>
        </p:nvSpPr>
        <p:spPr>
          <a:xfrm>
            <a:off x="311725" y="1128325"/>
            <a:ext cx="2627100" cy="2273100"/>
          </a:xfrm>
          <a:prstGeom prst="rect">
            <a:avLst/>
          </a:prstGeom>
          <a:noFill/>
          <a:ln>
            <a:noFill/>
          </a:ln>
        </p:spPr>
      </p:sp>
      <p:sp>
        <p:nvSpPr>
          <p:cNvPr id="153" name="Google Shape;153;p3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4" name="Google Shape;154;p32"/>
          <p:cNvSpPr>
            <a:spLocks noGrp="1"/>
          </p:cNvSpPr>
          <p:nvPr>
            <p:ph type="pic" idx="5"/>
          </p:nvPr>
        </p:nvSpPr>
        <p:spPr>
          <a:xfrm>
            <a:off x="3255250" y="1128325"/>
            <a:ext cx="2627100" cy="2273100"/>
          </a:xfrm>
          <a:prstGeom prst="rect">
            <a:avLst/>
          </a:prstGeom>
          <a:noFill/>
          <a:ln>
            <a:noFill/>
          </a:ln>
        </p:spPr>
      </p:sp>
      <p:sp>
        <p:nvSpPr>
          <p:cNvPr id="155" name="Google Shape;155;p3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6" name="Google Shape;15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57" name="Google Shape;15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3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59" name="Google Shape;159;p3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0" name="Google Shape;160;p3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61"/>
        <p:cNvGrpSpPr/>
        <p:nvPr/>
      </p:nvGrpSpPr>
      <p:grpSpPr>
        <a:xfrm>
          <a:off x="0" y="0"/>
          <a:ext cx="0" cy="0"/>
          <a:chOff x="0" y="0"/>
          <a:chExt cx="0" cy="0"/>
        </a:xfrm>
      </p:grpSpPr>
      <p:sp>
        <p:nvSpPr>
          <p:cNvPr id="162" name="Google Shape;162;p33"/>
          <p:cNvSpPr>
            <a:spLocks noGrp="1"/>
          </p:cNvSpPr>
          <p:nvPr>
            <p:ph type="pic" idx="2"/>
          </p:nvPr>
        </p:nvSpPr>
        <p:spPr>
          <a:xfrm>
            <a:off x="311700" y="445025"/>
            <a:ext cx="8520600" cy="4218300"/>
          </a:xfrm>
          <a:prstGeom prst="rect">
            <a:avLst/>
          </a:prstGeom>
          <a:noFill/>
          <a:ln>
            <a:noFill/>
          </a:ln>
        </p:spPr>
      </p:sp>
      <p:sp>
        <p:nvSpPr>
          <p:cNvPr id="163" name="Google Shape;163;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64"/>
        <p:cNvGrpSpPr/>
        <p:nvPr/>
      </p:nvGrpSpPr>
      <p:grpSpPr>
        <a:xfrm>
          <a:off x="0" y="0"/>
          <a:ext cx="0" cy="0"/>
          <a:chOff x="0" y="0"/>
          <a:chExt cx="0" cy="0"/>
        </a:xfrm>
      </p:grpSpPr>
      <p:sp>
        <p:nvSpPr>
          <p:cNvPr id="165" name="Google Shape;16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6" name="Google Shape;166;p34"/>
          <p:cNvSpPr>
            <a:spLocks noGrp="1"/>
          </p:cNvSpPr>
          <p:nvPr>
            <p:ph type="pic" idx="2"/>
          </p:nvPr>
        </p:nvSpPr>
        <p:spPr>
          <a:xfrm>
            <a:off x="3389600" y="118913"/>
            <a:ext cx="1643700" cy="1535100"/>
          </a:xfrm>
          <a:prstGeom prst="rect">
            <a:avLst/>
          </a:prstGeom>
          <a:noFill/>
          <a:ln>
            <a:noFill/>
          </a:ln>
        </p:spPr>
      </p:sp>
      <p:sp>
        <p:nvSpPr>
          <p:cNvPr id="167" name="Google Shape;167;p34"/>
          <p:cNvSpPr>
            <a:spLocks noGrp="1"/>
          </p:cNvSpPr>
          <p:nvPr>
            <p:ph type="pic" idx="3"/>
          </p:nvPr>
        </p:nvSpPr>
        <p:spPr>
          <a:xfrm>
            <a:off x="5195935" y="118913"/>
            <a:ext cx="1643700" cy="1535100"/>
          </a:xfrm>
          <a:prstGeom prst="rect">
            <a:avLst/>
          </a:prstGeom>
          <a:noFill/>
          <a:ln>
            <a:noFill/>
          </a:ln>
        </p:spPr>
      </p:sp>
      <p:sp>
        <p:nvSpPr>
          <p:cNvPr id="168" name="Google Shape;168;p34"/>
          <p:cNvSpPr>
            <a:spLocks noGrp="1"/>
          </p:cNvSpPr>
          <p:nvPr>
            <p:ph type="pic" idx="4"/>
          </p:nvPr>
        </p:nvSpPr>
        <p:spPr>
          <a:xfrm>
            <a:off x="7002270" y="118913"/>
            <a:ext cx="1643700" cy="1535100"/>
          </a:xfrm>
          <a:prstGeom prst="rect">
            <a:avLst/>
          </a:prstGeom>
          <a:noFill/>
          <a:ln>
            <a:noFill/>
          </a:ln>
        </p:spPr>
      </p:sp>
      <p:sp>
        <p:nvSpPr>
          <p:cNvPr id="169" name="Google Shape;169;p34"/>
          <p:cNvSpPr>
            <a:spLocks noGrp="1"/>
          </p:cNvSpPr>
          <p:nvPr>
            <p:ph type="pic" idx="5"/>
          </p:nvPr>
        </p:nvSpPr>
        <p:spPr>
          <a:xfrm>
            <a:off x="3389588" y="1804212"/>
            <a:ext cx="1643700" cy="1535100"/>
          </a:xfrm>
          <a:prstGeom prst="rect">
            <a:avLst/>
          </a:prstGeom>
          <a:noFill/>
          <a:ln>
            <a:noFill/>
          </a:ln>
        </p:spPr>
      </p:sp>
      <p:sp>
        <p:nvSpPr>
          <p:cNvPr id="170" name="Google Shape;170;p34"/>
          <p:cNvSpPr>
            <a:spLocks noGrp="1"/>
          </p:cNvSpPr>
          <p:nvPr>
            <p:ph type="pic" idx="6"/>
          </p:nvPr>
        </p:nvSpPr>
        <p:spPr>
          <a:xfrm>
            <a:off x="5195922" y="1804212"/>
            <a:ext cx="1643700" cy="1535100"/>
          </a:xfrm>
          <a:prstGeom prst="rect">
            <a:avLst/>
          </a:prstGeom>
          <a:noFill/>
          <a:ln>
            <a:noFill/>
          </a:ln>
        </p:spPr>
      </p:sp>
      <p:sp>
        <p:nvSpPr>
          <p:cNvPr id="171" name="Google Shape;171;p34"/>
          <p:cNvSpPr>
            <a:spLocks noGrp="1"/>
          </p:cNvSpPr>
          <p:nvPr>
            <p:ph type="pic" idx="7"/>
          </p:nvPr>
        </p:nvSpPr>
        <p:spPr>
          <a:xfrm>
            <a:off x="7002257" y="1804212"/>
            <a:ext cx="1643700" cy="1535100"/>
          </a:xfrm>
          <a:prstGeom prst="rect">
            <a:avLst/>
          </a:prstGeom>
          <a:noFill/>
          <a:ln>
            <a:noFill/>
          </a:ln>
        </p:spPr>
      </p:sp>
      <p:sp>
        <p:nvSpPr>
          <p:cNvPr id="172" name="Google Shape;172;p3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4"/>
          <p:cNvSpPr>
            <a:spLocks noGrp="1"/>
          </p:cNvSpPr>
          <p:nvPr>
            <p:ph type="pic" idx="8"/>
          </p:nvPr>
        </p:nvSpPr>
        <p:spPr>
          <a:xfrm>
            <a:off x="3389588" y="3489487"/>
            <a:ext cx="1643700" cy="1535100"/>
          </a:xfrm>
          <a:prstGeom prst="rect">
            <a:avLst/>
          </a:prstGeom>
          <a:noFill/>
          <a:ln>
            <a:noFill/>
          </a:ln>
        </p:spPr>
      </p:sp>
      <p:sp>
        <p:nvSpPr>
          <p:cNvPr id="174" name="Google Shape;174;p34"/>
          <p:cNvSpPr>
            <a:spLocks noGrp="1"/>
          </p:cNvSpPr>
          <p:nvPr>
            <p:ph type="pic" idx="9"/>
          </p:nvPr>
        </p:nvSpPr>
        <p:spPr>
          <a:xfrm>
            <a:off x="5195922" y="3489487"/>
            <a:ext cx="1643700" cy="1535100"/>
          </a:xfrm>
          <a:prstGeom prst="rect">
            <a:avLst/>
          </a:prstGeom>
          <a:noFill/>
          <a:ln>
            <a:noFill/>
          </a:ln>
        </p:spPr>
      </p:sp>
      <p:sp>
        <p:nvSpPr>
          <p:cNvPr id="175" name="Google Shape;175;p3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p:cSld name="BLANK_1">
    <p:spTree>
      <p:nvGrpSpPr>
        <p:cNvPr id="1" name="Shape 176"/>
        <p:cNvGrpSpPr/>
        <p:nvPr/>
      </p:nvGrpSpPr>
      <p:grpSpPr>
        <a:xfrm>
          <a:off x="0" y="0"/>
          <a:ext cx="0" cy="0"/>
          <a:chOff x="0" y="0"/>
          <a:chExt cx="0" cy="0"/>
        </a:xfrm>
      </p:grpSpPr>
      <p:sp>
        <p:nvSpPr>
          <p:cNvPr id="177" name="Google Shape;177;p35"/>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178" name="Google Shape;178;p35"/>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a:endParaRPr/>
          </a:p>
        </p:txBody>
      </p:sp>
      <p:sp>
        <p:nvSpPr>
          <p:cNvPr id="179" name="Google Shape;179;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37">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type="secHead">
  <p:cSld name="SECTION_HEADER">
    <p:spTree>
      <p:nvGrpSpPr>
        <p:cNvPr id="1" name="Shape 180"/>
        <p:cNvGrpSpPr/>
        <p:nvPr/>
      </p:nvGrpSpPr>
      <p:grpSpPr>
        <a:xfrm>
          <a:off x="0" y="0"/>
          <a:ext cx="0" cy="0"/>
          <a:chOff x="0" y="0"/>
          <a:chExt cx="0" cy="0"/>
        </a:xfrm>
      </p:grpSpPr>
      <p:sp>
        <p:nvSpPr>
          <p:cNvPr id="181" name="Google Shape;181;p36"/>
          <p:cNvSpPr txBox="1">
            <a:spLocks noGrp="1"/>
          </p:cNvSpPr>
          <p:nvPr>
            <p:ph type="title"/>
          </p:nvPr>
        </p:nvSpPr>
        <p:spPr>
          <a:xfrm>
            <a:off x="632850" y="1124700"/>
            <a:ext cx="7878300" cy="1741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 name="Google Shape;182;p36"/>
          <p:cNvSpPr txBox="1">
            <a:spLocks noGrp="1"/>
          </p:cNvSpPr>
          <p:nvPr>
            <p:ph type="body" idx="1"/>
          </p:nvPr>
        </p:nvSpPr>
        <p:spPr>
          <a:xfrm>
            <a:off x="4064100" y="4335200"/>
            <a:ext cx="1015800" cy="266100"/>
          </a:xfrm>
          <a:prstGeom prst="rect">
            <a:avLst/>
          </a:prstGeom>
          <a:ln w="9525" cap="flat" cmpd="sng">
            <a:solidFill>
              <a:schemeClr val="dk1"/>
            </a:solidFill>
            <a:prstDash val="solid"/>
            <a:round/>
            <a:headEnd type="none" w="sm" len="sm"/>
            <a:tailEnd type="none" w="sm" len="sm"/>
          </a:ln>
        </p:spPr>
        <p:txBody>
          <a:bodyPr spcFirstLastPara="1" wrap="square" lIns="0" tIns="0" rIns="0" bIns="0" anchor="ctr" anchorCtr="0">
            <a:noAutofit/>
          </a:bodyPr>
          <a:lstStyle>
            <a:lvl1pPr marL="457200" lvl="0" indent="-298450">
              <a:spcBef>
                <a:spcPts val="0"/>
              </a:spcBef>
              <a:spcAft>
                <a:spcPts val="0"/>
              </a:spcAft>
              <a:buSzPts val="1100"/>
              <a:buFont typeface="Barlow Medium"/>
              <a:buChar char="●"/>
              <a:defRPr sz="1100">
                <a:latin typeface="Barlow Medium"/>
                <a:ea typeface="Barlow Medium"/>
                <a:cs typeface="Barlow Medium"/>
                <a:sym typeface="Barlow Medium"/>
              </a:defRPr>
            </a:lvl1pPr>
            <a:lvl2pPr marL="914400" lvl="1" indent="-298450">
              <a:spcBef>
                <a:spcPts val="0"/>
              </a:spcBef>
              <a:spcAft>
                <a:spcPts val="0"/>
              </a:spcAft>
              <a:buSzPts val="1100"/>
              <a:buFont typeface="Barlow Medium"/>
              <a:buChar char="○"/>
              <a:defRPr sz="1100">
                <a:latin typeface="Barlow Medium"/>
                <a:ea typeface="Barlow Medium"/>
                <a:cs typeface="Barlow Medium"/>
                <a:sym typeface="Barlow Medium"/>
              </a:defRPr>
            </a:lvl2pPr>
            <a:lvl3pPr marL="1371600" lvl="2" indent="-298450">
              <a:spcBef>
                <a:spcPts val="0"/>
              </a:spcBef>
              <a:spcAft>
                <a:spcPts val="0"/>
              </a:spcAft>
              <a:buSzPts val="1100"/>
              <a:buFont typeface="Barlow Medium"/>
              <a:buChar char="■"/>
              <a:defRPr sz="1100">
                <a:latin typeface="Barlow Medium"/>
                <a:ea typeface="Barlow Medium"/>
                <a:cs typeface="Barlow Medium"/>
                <a:sym typeface="Barlow Medium"/>
              </a:defRPr>
            </a:lvl3pPr>
            <a:lvl4pPr marL="1828800" lvl="3" indent="-298450">
              <a:spcBef>
                <a:spcPts val="0"/>
              </a:spcBef>
              <a:spcAft>
                <a:spcPts val="0"/>
              </a:spcAft>
              <a:buSzPts val="1100"/>
              <a:buFont typeface="Barlow Medium"/>
              <a:buChar char="●"/>
              <a:defRPr sz="1100">
                <a:latin typeface="Barlow Medium"/>
                <a:ea typeface="Barlow Medium"/>
                <a:cs typeface="Barlow Medium"/>
                <a:sym typeface="Barlow Medium"/>
              </a:defRPr>
            </a:lvl4pPr>
            <a:lvl5pPr marL="2286000" lvl="4" indent="-298450">
              <a:spcBef>
                <a:spcPts val="0"/>
              </a:spcBef>
              <a:spcAft>
                <a:spcPts val="0"/>
              </a:spcAft>
              <a:buSzPts val="1100"/>
              <a:buFont typeface="Barlow Medium"/>
              <a:buChar char="○"/>
              <a:defRPr>
                <a:latin typeface="Barlow Medium"/>
                <a:ea typeface="Barlow Medium"/>
                <a:cs typeface="Barlow Medium"/>
                <a:sym typeface="Barlow Medium"/>
              </a:defRPr>
            </a:lvl5pPr>
            <a:lvl6pPr marL="2743200" lvl="5" indent="-298450">
              <a:spcBef>
                <a:spcPts val="0"/>
              </a:spcBef>
              <a:spcAft>
                <a:spcPts val="0"/>
              </a:spcAft>
              <a:buSzPts val="1100"/>
              <a:buFont typeface="Barlow Medium"/>
              <a:buChar char="■"/>
              <a:defRPr sz="1100">
                <a:latin typeface="Barlow Medium"/>
                <a:ea typeface="Barlow Medium"/>
                <a:cs typeface="Barlow Medium"/>
                <a:sym typeface="Barlow Medium"/>
              </a:defRPr>
            </a:lvl6pPr>
            <a:lvl7pPr marL="3200400" lvl="6" indent="-298450">
              <a:spcBef>
                <a:spcPts val="0"/>
              </a:spcBef>
              <a:spcAft>
                <a:spcPts val="0"/>
              </a:spcAft>
              <a:buSzPts val="1100"/>
              <a:buFont typeface="Barlow Medium"/>
              <a:buChar char="●"/>
              <a:defRPr sz="1100">
                <a:latin typeface="Barlow Medium"/>
                <a:ea typeface="Barlow Medium"/>
                <a:cs typeface="Barlow Medium"/>
                <a:sym typeface="Barlow Medium"/>
              </a:defRPr>
            </a:lvl7pPr>
            <a:lvl8pPr marL="3657600" lvl="7" indent="-298450">
              <a:spcBef>
                <a:spcPts val="0"/>
              </a:spcBef>
              <a:spcAft>
                <a:spcPts val="0"/>
              </a:spcAft>
              <a:buSzPts val="1100"/>
              <a:buFont typeface="Barlow Medium"/>
              <a:buChar char="○"/>
              <a:defRPr sz="1100">
                <a:latin typeface="Barlow Medium"/>
                <a:ea typeface="Barlow Medium"/>
                <a:cs typeface="Barlow Medium"/>
                <a:sym typeface="Barlow Medium"/>
              </a:defRPr>
            </a:lvl8pPr>
            <a:lvl9pPr marL="4114800" lvl="8" indent="-298450">
              <a:spcBef>
                <a:spcPts val="0"/>
              </a:spcBef>
              <a:spcAft>
                <a:spcPts val="0"/>
              </a:spcAft>
              <a:buSzPts val="1100"/>
              <a:buFont typeface="Barlow Medium"/>
              <a:buChar char="■"/>
              <a:defRPr sz="1100">
                <a:latin typeface="Barlow Medium"/>
                <a:ea typeface="Barlow Medium"/>
                <a:cs typeface="Barlow Medium"/>
                <a:sym typeface="Barlow Medium"/>
              </a:defRPr>
            </a:lvl9pPr>
          </a:lstStyle>
          <a:p>
            <a:endParaRPr/>
          </a:p>
        </p:txBody>
      </p:sp>
      <p:sp>
        <p:nvSpPr>
          <p:cNvPr id="183" name="Google Shape;183;p36"/>
          <p:cNvSpPr txBox="1">
            <a:spLocks noGrp="1"/>
          </p:cNvSpPr>
          <p:nvPr>
            <p:ph type="subTitle" idx="2"/>
          </p:nvPr>
        </p:nvSpPr>
        <p:spPr>
          <a:xfrm>
            <a:off x="2857500" y="2902000"/>
            <a:ext cx="3765600" cy="9348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184" name="Google Shape;184;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Agenda / Content" type="tx">
  <p:cSld name="TITLE_AND_BODY">
    <p:bg>
      <p:bgPr>
        <a:solidFill>
          <a:schemeClr val="accent4"/>
        </a:solidFill>
        <a:effectLst/>
      </p:bgPr>
    </p:bg>
    <p:spTree>
      <p:nvGrpSpPr>
        <p:cNvPr id="1" name="Shape 185"/>
        <p:cNvGrpSpPr/>
        <p:nvPr/>
      </p:nvGrpSpPr>
      <p:grpSpPr>
        <a:xfrm>
          <a:off x="0" y="0"/>
          <a:ext cx="0" cy="0"/>
          <a:chOff x="0" y="0"/>
          <a:chExt cx="0" cy="0"/>
        </a:xfrm>
      </p:grpSpPr>
      <p:sp>
        <p:nvSpPr>
          <p:cNvPr id="186" name="Google Shape;186;p37"/>
          <p:cNvSpPr txBox="1">
            <a:spLocks noGrp="1"/>
          </p:cNvSpPr>
          <p:nvPr>
            <p:ph type="subTitle" idx="1"/>
          </p:nvPr>
        </p:nvSpPr>
        <p:spPr>
          <a:xfrm>
            <a:off x="475075" y="309225"/>
            <a:ext cx="3655200" cy="35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a:endParaRPr/>
          </a:p>
        </p:txBody>
      </p:sp>
      <p:sp>
        <p:nvSpPr>
          <p:cNvPr id="187" name="Google Shape;187;p37"/>
          <p:cNvSpPr txBox="1">
            <a:spLocks noGrp="1"/>
          </p:cNvSpPr>
          <p:nvPr>
            <p:ph type="body" idx="2"/>
          </p:nvPr>
        </p:nvSpPr>
        <p:spPr>
          <a:xfrm>
            <a:off x="711097" y="980554"/>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188" name="Google Shape;188;p37"/>
          <p:cNvSpPr txBox="1">
            <a:spLocks noGrp="1"/>
          </p:cNvSpPr>
          <p:nvPr>
            <p:ph type="subTitle" idx="3"/>
          </p:nvPr>
        </p:nvSpPr>
        <p:spPr>
          <a:xfrm>
            <a:off x="1699221" y="980279"/>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189" name="Google Shape;189;p37"/>
          <p:cNvSpPr txBox="1">
            <a:spLocks noGrp="1"/>
          </p:cNvSpPr>
          <p:nvPr>
            <p:ph type="body" idx="4"/>
          </p:nvPr>
        </p:nvSpPr>
        <p:spPr>
          <a:xfrm>
            <a:off x="2285797" y="1226054"/>
            <a:ext cx="1775700" cy="11085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190" name="Google Shape;190;p37"/>
          <p:cNvSpPr txBox="1">
            <a:spLocks noGrp="1"/>
          </p:cNvSpPr>
          <p:nvPr>
            <p:ph type="body" idx="5"/>
          </p:nvPr>
        </p:nvSpPr>
        <p:spPr>
          <a:xfrm>
            <a:off x="711097" y="2222666"/>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191" name="Google Shape;191;p37"/>
          <p:cNvSpPr txBox="1">
            <a:spLocks noGrp="1"/>
          </p:cNvSpPr>
          <p:nvPr>
            <p:ph type="subTitle" idx="6"/>
          </p:nvPr>
        </p:nvSpPr>
        <p:spPr>
          <a:xfrm>
            <a:off x="1699221" y="2222391"/>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192" name="Google Shape;192;p37"/>
          <p:cNvSpPr txBox="1">
            <a:spLocks noGrp="1"/>
          </p:cNvSpPr>
          <p:nvPr>
            <p:ph type="body" idx="7"/>
          </p:nvPr>
        </p:nvSpPr>
        <p:spPr>
          <a:xfrm>
            <a:off x="2285797" y="2468166"/>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193" name="Google Shape;193;p37"/>
          <p:cNvSpPr txBox="1">
            <a:spLocks noGrp="1"/>
          </p:cNvSpPr>
          <p:nvPr>
            <p:ph type="body" idx="8"/>
          </p:nvPr>
        </p:nvSpPr>
        <p:spPr>
          <a:xfrm>
            <a:off x="711097" y="3219093"/>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194" name="Google Shape;194;p37"/>
          <p:cNvSpPr txBox="1">
            <a:spLocks noGrp="1"/>
          </p:cNvSpPr>
          <p:nvPr>
            <p:ph type="subTitle" idx="9"/>
          </p:nvPr>
        </p:nvSpPr>
        <p:spPr>
          <a:xfrm>
            <a:off x="1699221" y="3218818"/>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195" name="Google Shape;195;p37"/>
          <p:cNvSpPr txBox="1">
            <a:spLocks noGrp="1"/>
          </p:cNvSpPr>
          <p:nvPr>
            <p:ph type="body" idx="13"/>
          </p:nvPr>
        </p:nvSpPr>
        <p:spPr>
          <a:xfrm>
            <a:off x="2285797" y="3464593"/>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196" name="Google Shape;196;p37"/>
          <p:cNvSpPr txBox="1">
            <a:spLocks noGrp="1"/>
          </p:cNvSpPr>
          <p:nvPr>
            <p:ph type="body" idx="14"/>
          </p:nvPr>
        </p:nvSpPr>
        <p:spPr>
          <a:xfrm>
            <a:off x="4746581" y="980554"/>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197" name="Google Shape;197;p37"/>
          <p:cNvSpPr txBox="1">
            <a:spLocks noGrp="1"/>
          </p:cNvSpPr>
          <p:nvPr>
            <p:ph type="subTitle" idx="15"/>
          </p:nvPr>
        </p:nvSpPr>
        <p:spPr>
          <a:xfrm>
            <a:off x="5734705" y="980279"/>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198" name="Google Shape;198;p37"/>
          <p:cNvSpPr txBox="1">
            <a:spLocks noGrp="1"/>
          </p:cNvSpPr>
          <p:nvPr>
            <p:ph type="body" idx="16"/>
          </p:nvPr>
        </p:nvSpPr>
        <p:spPr>
          <a:xfrm>
            <a:off x="6321281" y="1226054"/>
            <a:ext cx="1775700" cy="11085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199" name="Google Shape;199;p37"/>
          <p:cNvSpPr txBox="1">
            <a:spLocks noGrp="1"/>
          </p:cNvSpPr>
          <p:nvPr>
            <p:ph type="body" idx="17"/>
          </p:nvPr>
        </p:nvSpPr>
        <p:spPr>
          <a:xfrm>
            <a:off x="4746581" y="2222666"/>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00" name="Google Shape;200;p37"/>
          <p:cNvSpPr txBox="1">
            <a:spLocks noGrp="1"/>
          </p:cNvSpPr>
          <p:nvPr>
            <p:ph type="subTitle" idx="18"/>
          </p:nvPr>
        </p:nvSpPr>
        <p:spPr>
          <a:xfrm>
            <a:off x="5734705" y="2222391"/>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01" name="Google Shape;201;p37"/>
          <p:cNvSpPr txBox="1">
            <a:spLocks noGrp="1"/>
          </p:cNvSpPr>
          <p:nvPr>
            <p:ph type="body" idx="19"/>
          </p:nvPr>
        </p:nvSpPr>
        <p:spPr>
          <a:xfrm>
            <a:off x="6321281" y="2468166"/>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02" name="Google Shape;202;p37"/>
          <p:cNvSpPr txBox="1">
            <a:spLocks noGrp="1"/>
          </p:cNvSpPr>
          <p:nvPr>
            <p:ph type="body" idx="20"/>
          </p:nvPr>
        </p:nvSpPr>
        <p:spPr>
          <a:xfrm>
            <a:off x="4746581" y="3219093"/>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03" name="Google Shape;203;p37"/>
          <p:cNvSpPr txBox="1">
            <a:spLocks noGrp="1"/>
          </p:cNvSpPr>
          <p:nvPr>
            <p:ph type="subTitle" idx="21"/>
          </p:nvPr>
        </p:nvSpPr>
        <p:spPr>
          <a:xfrm>
            <a:off x="5734705" y="3218818"/>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04" name="Google Shape;204;p37"/>
          <p:cNvSpPr txBox="1">
            <a:spLocks noGrp="1"/>
          </p:cNvSpPr>
          <p:nvPr>
            <p:ph type="body" idx="22"/>
          </p:nvPr>
        </p:nvSpPr>
        <p:spPr>
          <a:xfrm>
            <a:off x="6321281" y="3464593"/>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05" name="Google Shape;205;p3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ext + Image" type="twoColTx">
  <p:cSld name="TITLE_AND_TWO_COLUMNS">
    <p:bg>
      <p:bgPr>
        <a:solidFill>
          <a:schemeClr val="dk1"/>
        </a:solidFill>
        <a:effectLst/>
      </p:bgPr>
    </p:bg>
    <p:spTree>
      <p:nvGrpSpPr>
        <p:cNvPr id="1" name="Shape 206"/>
        <p:cNvGrpSpPr/>
        <p:nvPr/>
      </p:nvGrpSpPr>
      <p:grpSpPr>
        <a:xfrm>
          <a:off x="0" y="0"/>
          <a:ext cx="0" cy="0"/>
          <a:chOff x="0" y="0"/>
          <a:chExt cx="0" cy="0"/>
        </a:xfrm>
      </p:grpSpPr>
      <p:sp>
        <p:nvSpPr>
          <p:cNvPr id="207" name="Google Shape;207;p38"/>
          <p:cNvSpPr/>
          <p:nvPr/>
        </p:nvSpPr>
        <p:spPr>
          <a:xfrm>
            <a:off x="0" y="0"/>
            <a:ext cx="9144000" cy="1631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8"/>
          <p:cNvSpPr txBox="1"/>
          <p:nvPr/>
        </p:nvSpPr>
        <p:spPr>
          <a:xfrm>
            <a:off x="6262625" y="1205946"/>
            <a:ext cx="2155500" cy="3231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700" i="1">
                <a:solidFill>
                  <a:schemeClr val="lt1"/>
                </a:solidFill>
                <a:latin typeface="Barlow Medium"/>
                <a:ea typeface="Barlow Medium"/>
                <a:cs typeface="Barlow Medium"/>
                <a:sym typeface="Barlow Medium"/>
              </a:rPr>
              <a:t>Lorem ipsum dolor sit amet, consectetur adipiscing elit.</a:t>
            </a:r>
            <a:endParaRPr sz="700" i="1">
              <a:solidFill>
                <a:schemeClr val="lt1"/>
              </a:solidFill>
              <a:latin typeface="Barlow Medium"/>
              <a:ea typeface="Barlow Medium"/>
              <a:cs typeface="Barlow Medium"/>
              <a:sym typeface="Barlow Medium"/>
            </a:endParaRPr>
          </a:p>
        </p:txBody>
      </p:sp>
      <p:sp>
        <p:nvSpPr>
          <p:cNvPr id="209" name="Google Shape;209;p38"/>
          <p:cNvSpPr>
            <a:spLocks noGrp="1"/>
          </p:cNvSpPr>
          <p:nvPr>
            <p:ph type="pic" idx="2"/>
          </p:nvPr>
        </p:nvSpPr>
        <p:spPr>
          <a:xfrm>
            <a:off x="3915225" y="1631250"/>
            <a:ext cx="4441200" cy="3009900"/>
          </a:xfrm>
          <a:prstGeom prst="roundRect">
            <a:avLst>
              <a:gd name="adj" fmla="val 16667"/>
            </a:avLst>
          </a:prstGeom>
          <a:noFill/>
          <a:ln>
            <a:noFill/>
          </a:ln>
        </p:spPr>
      </p:sp>
      <p:sp>
        <p:nvSpPr>
          <p:cNvPr id="210" name="Google Shape;210;p38"/>
          <p:cNvSpPr txBox="1">
            <a:spLocks noGrp="1"/>
          </p:cNvSpPr>
          <p:nvPr>
            <p:ph type="body" idx="1"/>
          </p:nvPr>
        </p:nvSpPr>
        <p:spPr>
          <a:xfrm>
            <a:off x="791150" y="1835400"/>
            <a:ext cx="2094000" cy="846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11" name="Google Shape;211;p38"/>
          <p:cNvSpPr txBox="1">
            <a:spLocks noGrp="1"/>
          </p:cNvSpPr>
          <p:nvPr>
            <p:ph type="subTitle" idx="3"/>
          </p:nvPr>
        </p:nvSpPr>
        <p:spPr>
          <a:xfrm>
            <a:off x="791150" y="522625"/>
            <a:ext cx="3918300" cy="10065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212" name="Google Shape;212;p38"/>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1 column text">
  <p:cSld name="TITLE_AND_TWO_COLUMNS_1">
    <p:bg>
      <p:bgPr>
        <a:solidFill>
          <a:schemeClr val="dk1"/>
        </a:solidFill>
        <a:effectLst/>
      </p:bgPr>
    </p:bg>
    <p:spTree>
      <p:nvGrpSpPr>
        <p:cNvPr id="1" name="Shape 213"/>
        <p:cNvGrpSpPr/>
        <p:nvPr/>
      </p:nvGrpSpPr>
      <p:grpSpPr>
        <a:xfrm>
          <a:off x="0" y="0"/>
          <a:ext cx="0" cy="0"/>
          <a:chOff x="0" y="0"/>
          <a:chExt cx="0" cy="0"/>
        </a:xfrm>
      </p:grpSpPr>
      <p:sp>
        <p:nvSpPr>
          <p:cNvPr id="214" name="Google Shape;214;p39"/>
          <p:cNvSpPr/>
          <p:nvPr/>
        </p:nvSpPr>
        <p:spPr>
          <a:xfrm>
            <a:off x="0" y="0"/>
            <a:ext cx="9144000" cy="1631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9"/>
          <p:cNvSpPr txBox="1">
            <a:spLocks noGrp="1"/>
          </p:cNvSpPr>
          <p:nvPr>
            <p:ph type="subTitle" idx="1"/>
          </p:nvPr>
        </p:nvSpPr>
        <p:spPr>
          <a:xfrm>
            <a:off x="791150" y="522625"/>
            <a:ext cx="5173200" cy="9765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216" name="Google Shape;216;p39"/>
          <p:cNvSpPr txBox="1">
            <a:spLocks noGrp="1"/>
          </p:cNvSpPr>
          <p:nvPr>
            <p:ph type="body" idx="2"/>
          </p:nvPr>
        </p:nvSpPr>
        <p:spPr>
          <a:xfrm>
            <a:off x="685450" y="2180950"/>
            <a:ext cx="3579600" cy="23856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Char char="●"/>
              <a:defRPr sz="1100">
                <a:solidFill>
                  <a:schemeClr val="lt1"/>
                </a:solidFill>
              </a:defRPr>
            </a:lvl1pPr>
            <a:lvl2pPr marL="914400" lvl="1" indent="-298450">
              <a:spcBef>
                <a:spcPts val="0"/>
              </a:spcBef>
              <a:spcAft>
                <a:spcPts val="0"/>
              </a:spcAft>
              <a:buClr>
                <a:schemeClr val="lt1"/>
              </a:buClr>
              <a:buSzPts val="1100"/>
              <a:buChar char="○"/>
              <a:defRPr sz="1100">
                <a:solidFill>
                  <a:schemeClr val="lt1"/>
                </a:solidFill>
              </a:defRPr>
            </a:lvl2pPr>
            <a:lvl3pPr marL="1371600" lvl="2" indent="-298450">
              <a:spcBef>
                <a:spcPts val="0"/>
              </a:spcBef>
              <a:spcAft>
                <a:spcPts val="0"/>
              </a:spcAft>
              <a:buClr>
                <a:schemeClr val="lt1"/>
              </a:buClr>
              <a:buSzPts val="1100"/>
              <a:buChar char="■"/>
              <a:defRPr sz="1100">
                <a:solidFill>
                  <a:schemeClr val="lt1"/>
                </a:solidFill>
              </a:defRPr>
            </a:lvl3pPr>
            <a:lvl4pPr marL="1828800" lvl="3" indent="-298450">
              <a:spcBef>
                <a:spcPts val="0"/>
              </a:spcBef>
              <a:spcAft>
                <a:spcPts val="0"/>
              </a:spcAft>
              <a:buClr>
                <a:schemeClr val="lt1"/>
              </a:buClr>
              <a:buSzPts val="1100"/>
              <a:buChar char="●"/>
              <a:defRPr sz="1100">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sz="1100">
                <a:solidFill>
                  <a:schemeClr val="lt1"/>
                </a:solidFill>
              </a:defRPr>
            </a:lvl6pPr>
            <a:lvl7pPr marL="3200400" lvl="6" indent="-298450">
              <a:spcBef>
                <a:spcPts val="0"/>
              </a:spcBef>
              <a:spcAft>
                <a:spcPts val="0"/>
              </a:spcAft>
              <a:buClr>
                <a:schemeClr val="lt1"/>
              </a:buClr>
              <a:buSzPts val="1100"/>
              <a:buChar char="●"/>
              <a:defRPr sz="1100">
                <a:solidFill>
                  <a:schemeClr val="lt1"/>
                </a:solidFill>
              </a:defRPr>
            </a:lvl7pPr>
            <a:lvl8pPr marL="3657600" lvl="7" indent="-298450">
              <a:spcBef>
                <a:spcPts val="0"/>
              </a:spcBef>
              <a:spcAft>
                <a:spcPts val="0"/>
              </a:spcAft>
              <a:buClr>
                <a:schemeClr val="lt1"/>
              </a:buClr>
              <a:buSzPts val="1100"/>
              <a:buChar char="○"/>
              <a:defRPr sz="1100">
                <a:solidFill>
                  <a:schemeClr val="lt1"/>
                </a:solidFill>
              </a:defRPr>
            </a:lvl8pPr>
            <a:lvl9pPr marL="4114800" lvl="8" indent="-298450">
              <a:spcBef>
                <a:spcPts val="0"/>
              </a:spcBef>
              <a:spcAft>
                <a:spcPts val="0"/>
              </a:spcAft>
              <a:buClr>
                <a:schemeClr val="lt1"/>
              </a:buClr>
              <a:buSzPts val="1100"/>
              <a:buChar char="■"/>
              <a:defRPr sz="1100">
                <a:solidFill>
                  <a:schemeClr val="lt1"/>
                </a:solidFill>
              </a:defRPr>
            </a:lvl9pPr>
          </a:lstStyle>
          <a:p>
            <a:endParaRPr/>
          </a:p>
        </p:txBody>
      </p:sp>
      <p:sp>
        <p:nvSpPr>
          <p:cNvPr id="217" name="Google Shape;217;p39"/>
          <p:cNvSpPr txBox="1">
            <a:spLocks noGrp="1"/>
          </p:cNvSpPr>
          <p:nvPr>
            <p:ph type="body" idx="3"/>
          </p:nvPr>
        </p:nvSpPr>
        <p:spPr>
          <a:xfrm>
            <a:off x="4601077" y="2180950"/>
            <a:ext cx="3579600" cy="23856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Char char="●"/>
              <a:defRPr sz="1100">
                <a:solidFill>
                  <a:schemeClr val="lt1"/>
                </a:solidFill>
              </a:defRPr>
            </a:lvl1pPr>
            <a:lvl2pPr marL="914400" lvl="1" indent="-298450">
              <a:spcBef>
                <a:spcPts val="0"/>
              </a:spcBef>
              <a:spcAft>
                <a:spcPts val="0"/>
              </a:spcAft>
              <a:buClr>
                <a:schemeClr val="lt1"/>
              </a:buClr>
              <a:buSzPts val="1100"/>
              <a:buChar char="○"/>
              <a:defRPr sz="1100">
                <a:solidFill>
                  <a:schemeClr val="lt1"/>
                </a:solidFill>
              </a:defRPr>
            </a:lvl2pPr>
            <a:lvl3pPr marL="1371600" lvl="2" indent="-298450">
              <a:spcBef>
                <a:spcPts val="0"/>
              </a:spcBef>
              <a:spcAft>
                <a:spcPts val="0"/>
              </a:spcAft>
              <a:buClr>
                <a:schemeClr val="lt1"/>
              </a:buClr>
              <a:buSzPts val="1100"/>
              <a:buChar char="■"/>
              <a:defRPr sz="1100">
                <a:solidFill>
                  <a:schemeClr val="lt1"/>
                </a:solidFill>
              </a:defRPr>
            </a:lvl3pPr>
            <a:lvl4pPr marL="1828800" lvl="3" indent="-298450">
              <a:spcBef>
                <a:spcPts val="0"/>
              </a:spcBef>
              <a:spcAft>
                <a:spcPts val="0"/>
              </a:spcAft>
              <a:buClr>
                <a:schemeClr val="lt1"/>
              </a:buClr>
              <a:buSzPts val="1100"/>
              <a:buChar char="●"/>
              <a:defRPr sz="1100">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sz="1100">
                <a:solidFill>
                  <a:schemeClr val="lt1"/>
                </a:solidFill>
              </a:defRPr>
            </a:lvl6pPr>
            <a:lvl7pPr marL="3200400" lvl="6" indent="-298450">
              <a:spcBef>
                <a:spcPts val="0"/>
              </a:spcBef>
              <a:spcAft>
                <a:spcPts val="0"/>
              </a:spcAft>
              <a:buClr>
                <a:schemeClr val="lt1"/>
              </a:buClr>
              <a:buSzPts val="1100"/>
              <a:buChar char="●"/>
              <a:defRPr sz="1100">
                <a:solidFill>
                  <a:schemeClr val="lt1"/>
                </a:solidFill>
              </a:defRPr>
            </a:lvl7pPr>
            <a:lvl8pPr marL="3657600" lvl="7" indent="-298450">
              <a:spcBef>
                <a:spcPts val="0"/>
              </a:spcBef>
              <a:spcAft>
                <a:spcPts val="0"/>
              </a:spcAft>
              <a:buClr>
                <a:schemeClr val="lt1"/>
              </a:buClr>
              <a:buSzPts val="1100"/>
              <a:buChar char="○"/>
              <a:defRPr sz="1100">
                <a:solidFill>
                  <a:schemeClr val="lt1"/>
                </a:solidFill>
              </a:defRPr>
            </a:lvl8pPr>
            <a:lvl9pPr marL="4114800" lvl="8" indent="-298450">
              <a:spcBef>
                <a:spcPts val="0"/>
              </a:spcBef>
              <a:spcAft>
                <a:spcPts val="0"/>
              </a:spcAft>
              <a:buClr>
                <a:schemeClr val="lt1"/>
              </a:buClr>
              <a:buSzPts val="1100"/>
              <a:buChar char="■"/>
              <a:defRPr sz="1100">
                <a:solidFill>
                  <a:schemeClr val="lt1"/>
                </a:solidFill>
              </a:defRPr>
            </a:lvl9pPr>
          </a:lstStyle>
          <a:p>
            <a:endParaRPr/>
          </a:p>
        </p:txBody>
      </p:sp>
      <p:sp>
        <p:nvSpPr>
          <p:cNvPr id="218" name="Google Shape;218;p39"/>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eam / Company Overview" type="titleOnly">
  <p:cSld name="TITLE_ONLY">
    <p:bg>
      <p:bgPr>
        <a:solidFill>
          <a:schemeClr val="accent4"/>
        </a:solidFill>
        <a:effectLst/>
      </p:bgPr>
    </p:bg>
    <p:spTree>
      <p:nvGrpSpPr>
        <p:cNvPr id="1" name="Shape 219"/>
        <p:cNvGrpSpPr/>
        <p:nvPr/>
      </p:nvGrpSpPr>
      <p:grpSpPr>
        <a:xfrm>
          <a:off x="0" y="0"/>
          <a:ext cx="0" cy="0"/>
          <a:chOff x="0" y="0"/>
          <a:chExt cx="0" cy="0"/>
        </a:xfrm>
      </p:grpSpPr>
      <p:sp>
        <p:nvSpPr>
          <p:cNvPr id="220" name="Google Shape;220;p40"/>
          <p:cNvSpPr>
            <a:spLocks noGrp="1"/>
          </p:cNvSpPr>
          <p:nvPr>
            <p:ph type="pic" idx="2"/>
          </p:nvPr>
        </p:nvSpPr>
        <p:spPr>
          <a:xfrm>
            <a:off x="791150" y="522900"/>
            <a:ext cx="1294800" cy="1918500"/>
          </a:xfrm>
          <a:prstGeom prst="rect">
            <a:avLst/>
          </a:prstGeom>
          <a:noFill/>
          <a:ln>
            <a:noFill/>
          </a:ln>
        </p:spPr>
      </p:sp>
      <p:sp>
        <p:nvSpPr>
          <p:cNvPr id="221" name="Google Shape;221;p40"/>
          <p:cNvSpPr>
            <a:spLocks noGrp="1"/>
          </p:cNvSpPr>
          <p:nvPr>
            <p:ph type="pic" idx="3"/>
          </p:nvPr>
        </p:nvSpPr>
        <p:spPr>
          <a:xfrm>
            <a:off x="2355375" y="522900"/>
            <a:ext cx="1294800" cy="1918500"/>
          </a:xfrm>
          <a:prstGeom prst="rect">
            <a:avLst/>
          </a:prstGeom>
          <a:noFill/>
          <a:ln>
            <a:noFill/>
          </a:ln>
        </p:spPr>
      </p:sp>
      <p:sp>
        <p:nvSpPr>
          <p:cNvPr id="222" name="Google Shape;222;p40"/>
          <p:cNvSpPr>
            <a:spLocks noGrp="1"/>
          </p:cNvSpPr>
          <p:nvPr>
            <p:ph type="pic" idx="4"/>
          </p:nvPr>
        </p:nvSpPr>
        <p:spPr>
          <a:xfrm>
            <a:off x="3921313" y="522900"/>
            <a:ext cx="1294800" cy="1918500"/>
          </a:xfrm>
          <a:prstGeom prst="rect">
            <a:avLst/>
          </a:prstGeom>
          <a:noFill/>
          <a:ln>
            <a:noFill/>
          </a:ln>
        </p:spPr>
      </p:sp>
      <p:sp>
        <p:nvSpPr>
          <p:cNvPr id="223" name="Google Shape;223;p40"/>
          <p:cNvSpPr>
            <a:spLocks noGrp="1"/>
          </p:cNvSpPr>
          <p:nvPr>
            <p:ph type="pic" idx="5"/>
          </p:nvPr>
        </p:nvSpPr>
        <p:spPr>
          <a:xfrm>
            <a:off x="5491588" y="522900"/>
            <a:ext cx="1294800" cy="1918500"/>
          </a:xfrm>
          <a:prstGeom prst="rect">
            <a:avLst/>
          </a:prstGeom>
          <a:noFill/>
          <a:ln>
            <a:noFill/>
          </a:ln>
        </p:spPr>
      </p:sp>
      <p:sp>
        <p:nvSpPr>
          <p:cNvPr id="224" name="Google Shape;224;p40"/>
          <p:cNvSpPr txBox="1">
            <a:spLocks noGrp="1"/>
          </p:cNvSpPr>
          <p:nvPr>
            <p:ph type="body" idx="1"/>
          </p:nvPr>
        </p:nvSpPr>
        <p:spPr>
          <a:xfrm>
            <a:off x="680850" y="3443850"/>
            <a:ext cx="3074700" cy="10317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marL="1371600" lvl="2"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marL="1828800" lvl="3"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marL="2286000" lvl="4"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marL="2743200" lvl="5"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marL="3200400" lvl="6"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marL="3657600" lvl="7"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marL="4114800" lvl="8"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a:endParaRPr/>
          </a:p>
        </p:txBody>
      </p:sp>
      <p:sp>
        <p:nvSpPr>
          <p:cNvPr id="225" name="Google Shape;225;p40"/>
          <p:cNvSpPr txBox="1">
            <a:spLocks noGrp="1"/>
          </p:cNvSpPr>
          <p:nvPr>
            <p:ph type="body" idx="6"/>
          </p:nvPr>
        </p:nvSpPr>
        <p:spPr>
          <a:xfrm>
            <a:off x="4123900" y="3443850"/>
            <a:ext cx="4030200" cy="11652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26" name="Google Shape;226;p40"/>
          <p:cNvSpPr txBox="1">
            <a:spLocks noGrp="1"/>
          </p:cNvSpPr>
          <p:nvPr>
            <p:ph type="body" idx="7"/>
          </p:nvPr>
        </p:nvSpPr>
        <p:spPr>
          <a:xfrm>
            <a:off x="705088"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27" name="Google Shape;227;p40"/>
          <p:cNvSpPr txBox="1">
            <a:spLocks noGrp="1"/>
          </p:cNvSpPr>
          <p:nvPr>
            <p:ph type="body" idx="8"/>
          </p:nvPr>
        </p:nvSpPr>
        <p:spPr>
          <a:xfrm>
            <a:off x="2258888"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28" name="Google Shape;228;p40"/>
          <p:cNvSpPr txBox="1">
            <a:spLocks noGrp="1"/>
          </p:cNvSpPr>
          <p:nvPr>
            <p:ph type="body" idx="9"/>
          </p:nvPr>
        </p:nvSpPr>
        <p:spPr>
          <a:xfrm>
            <a:off x="3827513"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29" name="Google Shape;229;p40"/>
          <p:cNvSpPr txBox="1">
            <a:spLocks noGrp="1"/>
          </p:cNvSpPr>
          <p:nvPr>
            <p:ph type="body" idx="13"/>
          </p:nvPr>
        </p:nvSpPr>
        <p:spPr>
          <a:xfrm>
            <a:off x="5395113"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30" name="Google Shape;230;p40"/>
          <p:cNvSpPr txBox="1">
            <a:spLocks noGrp="1"/>
          </p:cNvSpPr>
          <p:nvPr>
            <p:ph type="body" idx="14"/>
          </p:nvPr>
        </p:nvSpPr>
        <p:spPr>
          <a:xfrm>
            <a:off x="705091"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231" name="Google Shape;231;p40"/>
          <p:cNvSpPr txBox="1">
            <a:spLocks noGrp="1"/>
          </p:cNvSpPr>
          <p:nvPr>
            <p:ph type="body" idx="15"/>
          </p:nvPr>
        </p:nvSpPr>
        <p:spPr>
          <a:xfrm>
            <a:off x="2258891"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232" name="Google Shape;232;p40"/>
          <p:cNvSpPr txBox="1">
            <a:spLocks noGrp="1"/>
          </p:cNvSpPr>
          <p:nvPr>
            <p:ph type="body" idx="16"/>
          </p:nvPr>
        </p:nvSpPr>
        <p:spPr>
          <a:xfrm>
            <a:off x="3827003"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233" name="Google Shape;233;p40"/>
          <p:cNvSpPr txBox="1">
            <a:spLocks noGrp="1"/>
          </p:cNvSpPr>
          <p:nvPr>
            <p:ph type="body" idx="17"/>
          </p:nvPr>
        </p:nvSpPr>
        <p:spPr>
          <a:xfrm>
            <a:off x="5396128"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234" name="Google Shape;234;p40"/>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mpetitive Landscape">
  <p:cSld name="ONE_COLUMN_TEXT">
    <p:bg>
      <p:bgPr>
        <a:solidFill>
          <a:schemeClr val="dk1"/>
        </a:solidFill>
        <a:effectLst/>
      </p:bgPr>
    </p:bg>
    <p:spTree>
      <p:nvGrpSpPr>
        <p:cNvPr id="1" name="Shape 235"/>
        <p:cNvGrpSpPr/>
        <p:nvPr/>
      </p:nvGrpSpPr>
      <p:grpSpPr>
        <a:xfrm>
          <a:off x="0" y="0"/>
          <a:ext cx="0" cy="0"/>
          <a:chOff x="0" y="0"/>
          <a:chExt cx="0" cy="0"/>
        </a:xfrm>
      </p:grpSpPr>
      <p:sp>
        <p:nvSpPr>
          <p:cNvPr id="236" name="Google Shape;236;p41"/>
          <p:cNvSpPr txBox="1">
            <a:spLocks noGrp="1"/>
          </p:cNvSpPr>
          <p:nvPr>
            <p:ph type="body" idx="1"/>
          </p:nvPr>
        </p:nvSpPr>
        <p:spPr>
          <a:xfrm>
            <a:off x="791150" y="738025"/>
            <a:ext cx="3918300" cy="2232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Font typeface="Barlow"/>
              <a:buChar char="●"/>
              <a:defRPr sz="1100">
                <a:latin typeface="Barlow"/>
                <a:ea typeface="Barlow"/>
                <a:cs typeface="Barlow"/>
                <a:sym typeface="Barlow"/>
              </a:defRPr>
            </a:lvl1pPr>
            <a:lvl2pPr marL="914400" lvl="1" indent="-298450">
              <a:spcBef>
                <a:spcPts val="0"/>
              </a:spcBef>
              <a:spcAft>
                <a:spcPts val="0"/>
              </a:spcAft>
              <a:buSzPts val="1100"/>
              <a:buFont typeface="Barlow"/>
              <a:buChar char="○"/>
              <a:defRPr sz="1100">
                <a:latin typeface="Barlow"/>
                <a:ea typeface="Barlow"/>
                <a:cs typeface="Barlow"/>
                <a:sym typeface="Barlow"/>
              </a:defRPr>
            </a:lvl2pPr>
            <a:lvl3pPr marL="1371600" lvl="2" indent="-298450">
              <a:spcBef>
                <a:spcPts val="0"/>
              </a:spcBef>
              <a:spcAft>
                <a:spcPts val="0"/>
              </a:spcAft>
              <a:buSzPts val="1100"/>
              <a:buFont typeface="Barlow"/>
              <a:buChar char="■"/>
              <a:defRPr sz="1100">
                <a:latin typeface="Barlow"/>
                <a:ea typeface="Barlow"/>
                <a:cs typeface="Barlow"/>
                <a:sym typeface="Barlow"/>
              </a:defRPr>
            </a:lvl3pPr>
            <a:lvl4pPr marL="1828800" lvl="3" indent="-298450">
              <a:spcBef>
                <a:spcPts val="0"/>
              </a:spcBef>
              <a:spcAft>
                <a:spcPts val="0"/>
              </a:spcAft>
              <a:buSzPts val="1100"/>
              <a:buFont typeface="Barlow"/>
              <a:buChar char="●"/>
              <a:defRPr sz="1100">
                <a:latin typeface="Barlow"/>
                <a:ea typeface="Barlow"/>
                <a:cs typeface="Barlow"/>
                <a:sym typeface="Barlow"/>
              </a:defRPr>
            </a:lvl4pPr>
            <a:lvl5pPr marL="2286000" lvl="4" indent="-298450">
              <a:spcBef>
                <a:spcPts val="0"/>
              </a:spcBef>
              <a:spcAft>
                <a:spcPts val="0"/>
              </a:spcAft>
              <a:buSzPts val="1100"/>
              <a:buFont typeface="Barlow"/>
              <a:buChar char="○"/>
              <a:defRPr>
                <a:latin typeface="Barlow"/>
                <a:ea typeface="Barlow"/>
                <a:cs typeface="Barlow"/>
                <a:sym typeface="Barlow"/>
              </a:defRPr>
            </a:lvl5pPr>
            <a:lvl6pPr marL="2743200" lvl="5" indent="-298450">
              <a:spcBef>
                <a:spcPts val="0"/>
              </a:spcBef>
              <a:spcAft>
                <a:spcPts val="0"/>
              </a:spcAft>
              <a:buSzPts val="1100"/>
              <a:buFont typeface="Barlow"/>
              <a:buChar char="■"/>
              <a:defRPr sz="1100">
                <a:latin typeface="Barlow"/>
                <a:ea typeface="Barlow"/>
                <a:cs typeface="Barlow"/>
                <a:sym typeface="Barlow"/>
              </a:defRPr>
            </a:lvl6pPr>
            <a:lvl7pPr marL="3200400" lvl="6" indent="-298450">
              <a:spcBef>
                <a:spcPts val="0"/>
              </a:spcBef>
              <a:spcAft>
                <a:spcPts val="0"/>
              </a:spcAft>
              <a:buSzPts val="1100"/>
              <a:buFont typeface="Barlow"/>
              <a:buChar char="●"/>
              <a:defRPr sz="1100">
                <a:latin typeface="Barlow"/>
                <a:ea typeface="Barlow"/>
                <a:cs typeface="Barlow"/>
                <a:sym typeface="Barlow"/>
              </a:defRPr>
            </a:lvl7pPr>
            <a:lvl8pPr marL="3657600" lvl="7" indent="-298450">
              <a:spcBef>
                <a:spcPts val="0"/>
              </a:spcBef>
              <a:spcAft>
                <a:spcPts val="0"/>
              </a:spcAft>
              <a:buSzPts val="1100"/>
              <a:buFont typeface="Barlow"/>
              <a:buChar char="○"/>
              <a:defRPr sz="1100">
                <a:latin typeface="Barlow"/>
                <a:ea typeface="Barlow"/>
                <a:cs typeface="Barlow"/>
                <a:sym typeface="Barlow"/>
              </a:defRPr>
            </a:lvl8pPr>
            <a:lvl9pPr marL="4114800" lvl="8" indent="-298450">
              <a:spcBef>
                <a:spcPts val="0"/>
              </a:spcBef>
              <a:spcAft>
                <a:spcPts val="0"/>
              </a:spcAft>
              <a:buSzPts val="1100"/>
              <a:buFont typeface="Barlow"/>
              <a:buChar char="■"/>
              <a:defRPr sz="1100">
                <a:latin typeface="Barlow"/>
                <a:ea typeface="Barlow"/>
                <a:cs typeface="Barlow"/>
                <a:sym typeface="Barlow"/>
              </a:defRPr>
            </a:lvl9pPr>
          </a:lstStyle>
          <a:p>
            <a:endParaRPr/>
          </a:p>
        </p:txBody>
      </p:sp>
      <p:sp>
        <p:nvSpPr>
          <p:cNvPr id="237" name="Google Shape;237;p41"/>
          <p:cNvSpPr txBox="1">
            <a:spLocks noGrp="1"/>
          </p:cNvSpPr>
          <p:nvPr>
            <p:ph type="subTitle" idx="2"/>
          </p:nvPr>
        </p:nvSpPr>
        <p:spPr>
          <a:xfrm>
            <a:off x="791150" y="522625"/>
            <a:ext cx="3918300" cy="2154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238" name="Google Shape;238;p41"/>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Market Trends + Data">
  <p:cSld name="MAIN_POINT">
    <p:bg>
      <p:bgPr>
        <a:solidFill>
          <a:schemeClr val="dk1"/>
        </a:solidFill>
        <a:effectLst/>
      </p:bgPr>
    </p:bg>
    <p:spTree>
      <p:nvGrpSpPr>
        <p:cNvPr id="1" name="Shape 239"/>
        <p:cNvGrpSpPr/>
        <p:nvPr/>
      </p:nvGrpSpPr>
      <p:grpSpPr>
        <a:xfrm>
          <a:off x="0" y="0"/>
          <a:ext cx="0" cy="0"/>
          <a:chOff x="0" y="0"/>
          <a:chExt cx="0" cy="0"/>
        </a:xfrm>
      </p:grpSpPr>
      <p:sp>
        <p:nvSpPr>
          <p:cNvPr id="240" name="Google Shape;240;p42"/>
          <p:cNvSpPr txBox="1">
            <a:spLocks noGrp="1"/>
          </p:cNvSpPr>
          <p:nvPr>
            <p:ph type="subTitle" idx="1"/>
          </p:nvPr>
        </p:nvSpPr>
        <p:spPr>
          <a:xfrm>
            <a:off x="690250" y="415625"/>
            <a:ext cx="1261800" cy="27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241" name="Google Shape;241;p42"/>
          <p:cNvSpPr txBox="1">
            <a:spLocks noGrp="1"/>
          </p:cNvSpPr>
          <p:nvPr>
            <p:ph type="subTitle" idx="2"/>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a:endParaRPr/>
          </a:p>
        </p:txBody>
      </p:sp>
      <p:sp>
        <p:nvSpPr>
          <p:cNvPr id="242" name="Google Shape;242;p42"/>
          <p:cNvSpPr txBox="1">
            <a:spLocks noGrp="1"/>
          </p:cNvSpPr>
          <p:nvPr>
            <p:ph type="body" idx="3"/>
          </p:nvPr>
        </p:nvSpPr>
        <p:spPr>
          <a:xfrm>
            <a:off x="480425" y="534275"/>
            <a:ext cx="4878300" cy="19176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43" name="Google Shape;243;p42"/>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latin typeface="Barlow"/>
                <a:ea typeface="Barlow"/>
                <a:cs typeface="Barlow"/>
                <a:sym typeface="Barlow"/>
              </a:defRPr>
            </a:lvl1pPr>
            <a:lvl2pPr lvl="1">
              <a:buNone/>
              <a:defRPr sz="1100">
                <a:solidFill>
                  <a:schemeClr val="accent3"/>
                </a:solidFill>
                <a:latin typeface="Barlow"/>
                <a:ea typeface="Barlow"/>
                <a:cs typeface="Barlow"/>
                <a:sym typeface="Barlow"/>
              </a:defRPr>
            </a:lvl2pPr>
            <a:lvl3pPr lvl="2">
              <a:buNone/>
              <a:defRPr sz="1100">
                <a:solidFill>
                  <a:schemeClr val="accent3"/>
                </a:solidFill>
                <a:latin typeface="Barlow"/>
                <a:ea typeface="Barlow"/>
                <a:cs typeface="Barlow"/>
                <a:sym typeface="Barlow"/>
              </a:defRPr>
            </a:lvl3pPr>
            <a:lvl4pPr lvl="3">
              <a:buNone/>
              <a:defRPr sz="1100">
                <a:solidFill>
                  <a:schemeClr val="accent3"/>
                </a:solidFill>
                <a:latin typeface="Barlow"/>
                <a:ea typeface="Barlow"/>
                <a:cs typeface="Barlow"/>
                <a:sym typeface="Barlow"/>
              </a:defRPr>
            </a:lvl4pPr>
            <a:lvl5pPr lvl="4">
              <a:buNone/>
              <a:defRPr sz="1100">
                <a:solidFill>
                  <a:schemeClr val="accent3"/>
                </a:solidFill>
                <a:latin typeface="Barlow"/>
                <a:ea typeface="Barlow"/>
                <a:cs typeface="Barlow"/>
                <a:sym typeface="Barlow"/>
              </a:defRPr>
            </a:lvl5pPr>
            <a:lvl6pPr lvl="5">
              <a:buNone/>
              <a:defRPr sz="1100">
                <a:solidFill>
                  <a:schemeClr val="accent3"/>
                </a:solidFill>
                <a:latin typeface="Barlow"/>
                <a:ea typeface="Barlow"/>
                <a:cs typeface="Barlow"/>
                <a:sym typeface="Barlow"/>
              </a:defRPr>
            </a:lvl6pPr>
            <a:lvl7pPr lvl="6">
              <a:buNone/>
              <a:defRPr sz="1100">
                <a:solidFill>
                  <a:schemeClr val="accent3"/>
                </a:solidFill>
                <a:latin typeface="Barlow"/>
                <a:ea typeface="Barlow"/>
                <a:cs typeface="Barlow"/>
                <a:sym typeface="Barlow"/>
              </a:defRPr>
            </a:lvl7pPr>
            <a:lvl8pPr lvl="7">
              <a:buNone/>
              <a:defRPr sz="1100">
                <a:solidFill>
                  <a:schemeClr val="accent3"/>
                </a:solidFill>
                <a:latin typeface="Barlow"/>
                <a:ea typeface="Barlow"/>
                <a:cs typeface="Barlow"/>
                <a:sym typeface="Barlow"/>
              </a:defRPr>
            </a:lvl8pPr>
            <a:lvl9pPr lvl="8">
              <a:buNone/>
              <a:defRPr sz="1100">
                <a:solidFill>
                  <a:schemeClr val="accent3"/>
                </a:solidFill>
                <a:latin typeface="Barlow"/>
                <a:ea typeface="Barlow"/>
                <a:cs typeface="Barlow"/>
                <a:sym typeface="Barl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60">
          <p15:clr>
            <a:srgbClr val="E46962"/>
          </p15:clr>
        </p15:guide>
        <p15:guide id="2" orient="horz" pos="347">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WOT Analysis">
  <p:cSld name="CUSTOM_14">
    <p:bg>
      <p:bgPr>
        <a:solidFill>
          <a:schemeClr val="dk1"/>
        </a:solidFill>
        <a:effectLst/>
      </p:bgPr>
    </p:bg>
    <p:spTree>
      <p:nvGrpSpPr>
        <p:cNvPr id="1" name="Shape 244"/>
        <p:cNvGrpSpPr/>
        <p:nvPr/>
      </p:nvGrpSpPr>
      <p:grpSpPr>
        <a:xfrm>
          <a:off x="0" y="0"/>
          <a:ext cx="0" cy="0"/>
          <a:chOff x="0" y="0"/>
          <a:chExt cx="0" cy="0"/>
        </a:xfrm>
      </p:grpSpPr>
      <p:sp>
        <p:nvSpPr>
          <p:cNvPr id="245" name="Google Shape;245;p43"/>
          <p:cNvSpPr txBox="1">
            <a:spLocks noGrp="1"/>
          </p:cNvSpPr>
          <p:nvPr>
            <p:ph type="title"/>
          </p:nvPr>
        </p:nvSpPr>
        <p:spPr>
          <a:xfrm>
            <a:off x="723861" y="1584738"/>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246" name="Google Shape;246;p43"/>
          <p:cNvSpPr txBox="1">
            <a:spLocks noGrp="1"/>
          </p:cNvSpPr>
          <p:nvPr>
            <p:ph type="title" idx="2"/>
          </p:nvPr>
        </p:nvSpPr>
        <p:spPr>
          <a:xfrm>
            <a:off x="723861" y="2390981"/>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247" name="Google Shape;247;p43"/>
          <p:cNvSpPr txBox="1">
            <a:spLocks noGrp="1"/>
          </p:cNvSpPr>
          <p:nvPr>
            <p:ph type="title" idx="3"/>
          </p:nvPr>
        </p:nvSpPr>
        <p:spPr>
          <a:xfrm>
            <a:off x="723861" y="3157931"/>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248" name="Google Shape;248;p43"/>
          <p:cNvSpPr txBox="1">
            <a:spLocks noGrp="1"/>
          </p:cNvSpPr>
          <p:nvPr>
            <p:ph type="title" idx="4"/>
          </p:nvPr>
        </p:nvSpPr>
        <p:spPr>
          <a:xfrm>
            <a:off x="723861" y="3954905"/>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249" name="Google Shape;249;p43"/>
          <p:cNvSpPr txBox="1">
            <a:spLocks noGrp="1"/>
          </p:cNvSpPr>
          <p:nvPr>
            <p:ph type="subTitle" idx="1"/>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250" name="Google Shape;250;p43"/>
          <p:cNvSpPr txBox="1">
            <a:spLocks noGrp="1"/>
          </p:cNvSpPr>
          <p:nvPr>
            <p:ph type="body" idx="5"/>
          </p:nvPr>
        </p:nvSpPr>
        <p:spPr>
          <a:xfrm>
            <a:off x="480425" y="610475"/>
            <a:ext cx="4878300" cy="3768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3175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marL="1371600" lvl="2" indent="-31115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marL="1828800" lvl="3" indent="-304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21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marL="3200400" lvl="6" indent="-28575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marL="3657600" lvl="7" indent="-2794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marL="4114800" lvl="8" indent="-27305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a:endParaRPr/>
          </a:p>
        </p:txBody>
      </p:sp>
      <p:sp>
        <p:nvSpPr>
          <p:cNvPr id="251" name="Google Shape;251;p43"/>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losing / Thank You">
  <p:cSld name="CUSTOM_13">
    <p:bg>
      <p:bgPr>
        <a:solidFill>
          <a:schemeClr val="lt1"/>
        </a:solidFill>
        <a:effectLst/>
      </p:bgPr>
    </p:bg>
    <p:spTree>
      <p:nvGrpSpPr>
        <p:cNvPr id="1" name="Shape 252"/>
        <p:cNvGrpSpPr/>
        <p:nvPr/>
      </p:nvGrpSpPr>
      <p:grpSpPr>
        <a:xfrm>
          <a:off x="0" y="0"/>
          <a:ext cx="0" cy="0"/>
          <a:chOff x="0" y="0"/>
          <a:chExt cx="0" cy="0"/>
        </a:xfrm>
      </p:grpSpPr>
      <p:sp>
        <p:nvSpPr>
          <p:cNvPr id="253" name="Google Shape;253;p44"/>
          <p:cNvSpPr txBox="1">
            <a:spLocks noGrp="1"/>
          </p:cNvSpPr>
          <p:nvPr>
            <p:ph type="title"/>
          </p:nvPr>
        </p:nvSpPr>
        <p:spPr>
          <a:xfrm>
            <a:off x="455221" y="1321125"/>
            <a:ext cx="5094600" cy="1749900"/>
          </a:xfrm>
          <a:prstGeom prst="rect">
            <a:avLst/>
          </a:prstGeom>
          <a:noFill/>
        </p:spPr>
        <p:txBody>
          <a:bodyPr spcFirstLastPara="1" wrap="square" lIns="91425" tIns="91425" rIns="91425" bIns="91425" anchor="t" anchorCtr="0">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a:endParaRPr/>
          </a:p>
        </p:txBody>
      </p:sp>
      <p:sp>
        <p:nvSpPr>
          <p:cNvPr id="254" name="Google Shape;254;p44"/>
          <p:cNvSpPr txBox="1">
            <a:spLocks noGrp="1"/>
          </p:cNvSpPr>
          <p:nvPr>
            <p:ph type="body" idx="1"/>
          </p:nvPr>
        </p:nvSpPr>
        <p:spPr>
          <a:xfrm>
            <a:off x="567029" y="4500404"/>
            <a:ext cx="1015800" cy="266100"/>
          </a:xfrm>
          <a:prstGeom prst="rect">
            <a:avLst/>
          </a:prstGeom>
          <a:ln w="9525" cap="flat" cmpd="sng">
            <a:solidFill>
              <a:schemeClr val="dk1"/>
            </a:solidFill>
            <a:prstDash val="solid"/>
            <a:round/>
            <a:headEnd type="none" w="sm" len="sm"/>
            <a:tailEnd type="none" w="sm" len="sm"/>
          </a:ln>
        </p:spPr>
        <p:txBody>
          <a:bodyPr spcFirstLastPara="1" wrap="square" lIns="0" tIns="0" rIns="0" bIns="0" anchor="t" anchorCtr="0">
            <a:spAutoFit/>
          </a:bodyPr>
          <a:lstStyle>
            <a:lvl1pPr marL="457200" lvl="0" indent="-298450">
              <a:spcBef>
                <a:spcPts val="0"/>
              </a:spcBef>
              <a:spcAft>
                <a:spcPts val="0"/>
              </a:spcAft>
              <a:buSzPts val="1100"/>
              <a:buFont typeface="Barlow Medium"/>
              <a:buChar char="●"/>
              <a:defRPr sz="1100">
                <a:latin typeface="Barlow Medium"/>
                <a:ea typeface="Barlow Medium"/>
                <a:cs typeface="Barlow Medium"/>
                <a:sym typeface="Barlow Medium"/>
              </a:defRPr>
            </a:lvl1pPr>
            <a:lvl2pPr marL="914400" lvl="1" indent="-298450">
              <a:spcBef>
                <a:spcPts val="0"/>
              </a:spcBef>
              <a:spcAft>
                <a:spcPts val="0"/>
              </a:spcAft>
              <a:buSzPts val="1100"/>
              <a:buFont typeface="Barlow Medium"/>
              <a:buChar char="○"/>
              <a:defRPr sz="1100">
                <a:latin typeface="Barlow Medium"/>
                <a:ea typeface="Barlow Medium"/>
                <a:cs typeface="Barlow Medium"/>
                <a:sym typeface="Barlow Medium"/>
              </a:defRPr>
            </a:lvl2pPr>
            <a:lvl3pPr marL="1371600" lvl="2" indent="-298450">
              <a:spcBef>
                <a:spcPts val="0"/>
              </a:spcBef>
              <a:spcAft>
                <a:spcPts val="0"/>
              </a:spcAft>
              <a:buSzPts val="1100"/>
              <a:buFont typeface="Barlow Medium"/>
              <a:buChar char="■"/>
              <a:defRPr sz="1100">
                <a:latin typeface="Barlow Medium"/>
                <a:ea typeface="Barlow Medium"/>
                <a:cs typeface="Barlow Medium"/>
                <a:sym typeface="Barlow Medium"/>
              </a:defRPr>
            </a:lvl3pPr>
            <a:lvl4pPr marL="1828800" lvl="3" indent="-298450">
              <a:spcBef>
                <a:spcPts val="0"/>
              </a:spcBef>
              <a:spcAft>
                <a:spcPts val="0"/>
              </a:spcAft>
              <a:buSzPts val="1100"/>
              <a:buFont typeface="Barlow Medium"/>
              <a:buChar char="●"/>
              <a:defRPr sz="1100">
                <a:latin typeface="Barlow Medium"/>
                <a:ea typeface="Barlow Medium"/>
                <a:cs typeface="Barlow Medium"/>
                <a:sym typeface="Barlow Medium"/>
              </a:defRPr>
            </a:lvl4pPr>
            <a:lvl5pPr marL="2286000" lvl="4" indent="-298450">
              <a:spcBef>
                <a:spcPts val="0"/>
              </a:spcBef>
              <a:spcAft>
                <a:spcPts val="0"/>
              </a:spcAft>
              <a:buSzPts val="1100"/>
              <a:buFont typeface="Barlow Medium"/>
              <a:buChar char="○"/>
              <a:defRPr>
                <a:latin typeface="Barlow Medium"/>
                <a:ea typeface="Barlow Medium"/>
                <a:cs typeface="Barlow Medium"/>
                <a:sym typeface="Barlow Medium"/>
              </a:defRPr>
            </a:lvl5pPr>
            <a:lvl6pPr marL="2743200" lvl="5" indent="-298450">
              <a:spcBef>
                <a:spcPts val="0"/>
              </a:spcBef>
              <a:spcAft>
                <a:spcPts val="0"/>
              </a:spcAft>
              <a:buSzPts val="1100"/>
              <a:buFont typeface="Barlow Medium"/>
              <a:buChar char="■"/>
              <a:defRPr sz="1100">
                <a:latin typeface="Barlow Medium"/>
                <a:ea typeface="Barlow Medium"/>
                <a:cs typeface="Barlow Medium"/>
                <a:sym typeface="Barlow Medium"/>
              </a:defRPr>
            </a:lvl6pPr>
            <a:lvl7pPr marL="3200400" lvl="6" indent="-298450">
              <a:spcBef>
                <a:spcPts val="0"/>
              </a:spcBef>
              <a:spcAft>
                <a:spcPts val="0"/>
              </a:spcAft>
              <a:buSzPts val="1100"/>
              <a:buFont typeface="Barlow Medium"/>
              <a:buChar char="●"/>
              <a:defRPr sz="1100">
                <a:latin typeface="Barlow Medium"/>
                <a:ea typeface="Barlow Medium"/>
                <a:cs typeface="Barlow Medium"/>
                <a:sym typeface="Barlow Medium"/>
              </a:defRPr>
            </a:lvl7pPr>
            <a:lvl8pPr marL="3657600" lvl="7" indent="-298450">
              <a:spcBef>
                <a:spcPts val="0"/>
              </a:spcBef>
              <a:spcAft>
                <a:spcPts val="0"/>
              </a:spcAft>
              <a:buSzPts val="1100"/>
              <a:buFont typeface="Barlow Medium"/>
              <a:buChar char="○"/>
              <a:defRPr sz="1100">
                <a:latin typeface="Barlow Medium"/>
                <a:ea typeface="Barlow Medium"/>
                <a:cs typeface="Barlow Medium"/>
                <a:sym typeface="Barlow Medium"/>
              </a:defRPr>
            </a:lvl8pPr>
            <a:lvl9pPr marL="4114800" lvl="8" indent="-298450">
              <a:spcBef>
                <a:spcPts val="0"/>
              </a:spcBef>
              <a:spcAft>
                <a:spcPts val="0"/>
              </a:spcAft>
              <a:buSzPts val="1100"/>
              <a:buFont typeface="Barlow Medium"/>
              <a:buChar char="■"/>
              <a:defRPr sz="1100">
                <a:latin typeface="Barlow Medium"/>
                <a:ea typeface="Barlow Medium"/>
                <a:cs typeface="Barlow Medium"/>
                <a:sym typeface="Barlow Medium"/>
              </a:defRPr>
            </a:lvl9pPr>
          </a:lstStyle>
          <a:p>
            <a:endParaRPr/>
          </a:p>
        </p:txBody>
      </p:sp>
      <p:sp>
        <p:nvSpPr>
          <p:cNvPr id="255" name="Google Shape;255;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Header">
  <p:cSld name="SECTION_TITLE_AND_DESCRIPTION">
    <p:spTree>
      <p:nvGrpSpPr>
        <p:cNvPr id="1" name="Shape 256"/>
        <p:cNvGrpSpPr/>
        <p:nvPr/>
      </p:nvGrpSpPr>
      <p:grpSpPr>
        <a:xfrm>
          <a:off x="0" y="0"/>
          <a:ext cx="0" cy="0"/>
          <a:chOff x="0" y="0"/>
          <a:chExt cx="0" cy="0"/>
        </a:xfrm>
      </p:grpSpPr>
      <p:sp>
        <p:nvSpPr>
          <p:cNvPr id="257" name="Google Shape;257;p45"/>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a:endParaRPr/>
          </a:p>
        </p:txBody>
      </p:sp>
      <p:sp>
        <p:nvSpPr>
          <p:cNvPr id="258" name="Google Shape;258;p45"/>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a:endParaRPr/>
          </a:p>
        </p:txBody>
      </p:sp>
      <p:sp>
        <p:nvSpPr>
          <p:cNvPr id="259" name="Google Shape;259;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Market Size / Pie Graph">
  <p:cSld name="CAPTION_ONLY">
    <p:bg>
      <p:bgPr>
        <a:solidFill>
          <a:schemeClr val="dk1"/>
        </a:solidFill>
        <a:effectLst/>
      </p:bgPr>
    </p:bg>
    <p:spTree>
      <p:nvGrpSpPr>
        <p:cNvPr id="1" name="Shape 260"/>
        <p:cNvGrpSpPr/>
        <p:nvPr/>
      </p:nvGrpSpPr>
      <p:grpSpPr>
        <a:xfrm>
          <a:off x="0" y="0"/>
          <a:ext cx="0" cy="0"/>
          <a:chOff x="0" y="0"/>
          <a:chExt cx="0" cy="0"/>
        </a:xfrm>
      </p:grpSpPr>
      <p:sp>
        <p:nvSpPr>
          <p:cNvPr id="261" name="Google Shape;261;p46"/>
          <p:cNvSpPr/>
          <p:nvPr/>
        </p:nvSpPr>
        <p:spPr>
          <a:xfrm>
            <a:off x="0" y="0"/>
            <a:ext cx="9144000" cy="16311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6"/>
          <p:cNvSpPr txBox="1">
            <a:spLocks noGrp="1"/>
          </p:cNvSpPr>
          <p:nvPr>
            <p:ph type="subTitle" idx="1"/>
          </p:nvPr>
        </p:nvSpPr>
        <p:spPr>
          <a:xfrm>
            <a:off x="791150" y="522625"/>
            <a:ext cx="4977300" cy="11082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263" name="Google Shape;263;p46"/>
          <p:cNvSpPr txBox="1">
            <a:spLocks noGrp="1"/>
          </p:cNvSpPr>
          <p:nvPr>
            <p:ph type="body" idx="2"/>
          </p:nvPr>
        </p:nvSpPr>
        <p:spPr>
          <a:xfrm>
            <a:off x="714950" y="1989025"/>
            <a:ext cx="2792400" cy="28041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Clr>
                <a:schemeClr val="lt1"/>
              </a:buClr>
              <a:buSzPts val="1500"/>
              <a:buChar char="●"/>
              <a:defRPr>
                <a:solidFill>
                  <a:schemeClr val="lt1"/>
                </a:solidFill>
              </a:defRPr>
            </a:lvl1pPr>
            <a:lvl2pPr marL="914400" lvl="1" indent="-323850">
              <a:spcBef>
                <a:spcPts val="0"/>
              </a:spcBef>
              <a:spcAft>
                <a:spcPts val="0"/>
              </a:spcAft>
              <a:buClr>
                <a:schemeClr val="lt1"/>
              </a:buClr>
              <a:buSzPts val="1500"/>
              <a:buChar char="○"/>
              <a:defRPr sz="1500">
                <a:solidFill>
                  <a:schemeClr val="lt1"/>
                </a:solidFill>
              </a:defRPr>
            </a:lvl2pPr>
            <a:lvl3pPr marL="1371600" lvl="2" indent="-323850">
              <a:spcBef>
                <a:spcPts val="0"/>
              </a:spcBef>
              <a:spcAft>
                <a:spcPts val="0"/>
              </a:spcAft>
              <a:buClr>
                <a:schemeClr val="lt1"/>
              </a:buClr>
              <a:buSzPts val="1500"/>
              <a:buChar char="■"/>
              <a:defRPr sz="1500">
                <a:solidFill>
                  <a:schemeClr val="lt1"/>
                </a:solidFill>
              </a:defRPr>
            </a:lvl3pPr>
            <a:lvl4pPr marL="1828800" lvl="3" indent="-323850">
              <a:spcBef>
                <a:spcPts val="0"/>
              </a:spcBef>
              <a:spcAft>
                <a:spcPts val="0"/>
              </a:spcAft>
              <a:buClr>
                <a:schemeClr val="lt1"/>
              </a:buClr>
              <a:buSzPts val="1500"/>
              <a:buChar char="●"/>
              <a:defRPr sz="1500">
                <a:solidFill>
                  <a:schemeClr val="lt1"/>
                </a:solidFill>
              </a:defRPr>
            </a:lvl4pPr>
            <a:lvl5pPr marL="2286000" lvl="4" indent="-323850">
              <a:spcBef>
                <a:spcPts val="0"/>
              </a:spcBef>
              <a:spcAft>
                <a:spcPts val="0"/>
              </a:spcAft>
              <a:buClr>
                <a:schemeClr val="lt1"/>
              </a:buClr>
              <a:buSzPts val="1500"/>
              <a:buChar char="○"/>
              <a:defRPr sz="1500">
                <a:solidFill>
                  <a:schemeClr val="lt1"/>
                </a:solidFill>
              </a:defRPr>
            </a:lvl5pPr>
            <a:lvl6pPr marL="2743200" lvl="5" indent="-323850">
              <a:spcBef>
                <a:spcPts val="0"/>
              </a:spcBef>
              <a:spcAft>
                <a:spcPts val="0"/>
              </a:spcAft>
              <a:buClr>
                <a:schemeClr val="lt1"/>
              </a:buClr>
              <a:buSzPts val="1500"/>
              <a:buChar char="■"/>
              <a:defRPr sz="1500">
                <a:solidFill>
                  <a:schemeClr val="lt1"/>
                </a:solidFill>
              </a:defRPr>
            </a:lvl6pPr>
            <a:lvl7pPr marL="3200400" lvl="6" indent="-323850">
              <a:spcBef>
                <a:spcPts val="0"/>
              </a:spcBef>
              <a:spcAft>
                <a:spcPts val="0"/>
              </a:spcAft>
              <a:buClr>
                <a:schemeClr val="lt1"/>
              </a:buClr>
              <a:buSzPts val="1500"/>
              <a:buChar char="●"/>
              <a:defRPr sz="1500">
                <a:solidFill>
                  <a:schemeClr val="lt1"/>
                </a:solidFill>
              </a:defRPr>
            </a:lvl7pPr>
            <a:lvl8pPr marL="3657600" lvl="7" indent="-323850">
              <a:spcBef>
                <a:spcPts val="0"/>
              </a:spcBef>
              <a:spcAft>
                <a:spcPts val="0"/>
              </a:spcAft>
              <a:buClr>
                <a:schemeClr val="lt1"/>
              </a:buClr>
              <a:buSzPts val="1500"/>
              <a:buChar char="○"/>
              <a:defRPr sz="1500">
                <a:solidFill>
                  <a:schemeClr val="lt1"/>
                </a:solidFill>
              </a:defRPr>
            </a:lvl8pPr>
            <a:lvl9pPr marL="4114800" lvl="8" indent="-323850">
              <a:spcBef>
                <a:spcPts val="0"/>
              </a:spcBef>
              <a:spcAft>
                <a:spcPts val="0"/>
              </a:spcAft>
              <a:buClr>
                <a:schemeClr val="lt1"/>
              </a:buClr>
              <a:buSzPts val="1500"/>
              <a:buChar char="■"/>
              <a:defRPr sz="1500">
                <a:solidFill>
                  <a:schemeClr val="lt1"/>
                </a:solidFill>
              </a:defRPr>
            </a:lvl9pPr>
          </a:lstStyle>
          <a:p>
            <a:endParaRPr/>
          </a:p>
        </p:txBody>
      </p:sp>
      <p:sp>
        <p:nvSpPr>
          <p:cNvPr id="264" name="Google Shape;264;p46"/>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dk2"/>
                </a:solidFill>
              </a:defRPr>
            </a:lvl1pPr>
            <a:lvl2pPr lvl="1">
              <a:buNone/>
              <a:defRPr sz="1100">
                <a:solidFill>
                  <a:schemeClr val="dk2"/>
                </a:solidFill>
              </a:defRPr>
            </a:lvl2pPr>
            <a:lvl3pPr lvl="2">
              <a:buNone/>
              <a:defRPr sz="1100">
                <a:solidFill>
                  <a:schemeClr val="dk2"/>
                </a:solidFill>
              </a:defRPr>
            </a:lvl3pPr>
            <a:lvl4pPr lvl="3">
              <a:buNone/>
              <a:defRPr sz="1100">
                <a:solidFill>
                  <a:schemeClr val="dk2"/>
                </a:solidFill>
              </a:defRPr>
            </a:lvl4pPr>
            <a:lvl5pPr lvl="4">
              <a:buNone/>
              <a:defRPr sz="1100">
                <a:solidFill>
                  <a:schemeClr val="dk2"/>
                </a:solidFill>
              </a:defRPr>
            </a:lvl5pPr>
            <a:lvl6pPr lvl="5">
              <a:buNone/>
              <a:defRPr sz="1100">
                <a:solidFill>
                  <a:schemeClr val="dk2"/>
                </a:solidFill>
              </a:defRPr>
            </a:lvl6pPr>
            <a:lvl7pPr lvl="6">
              <a:buNone/>
              <a:defRPr sz="1100">
                <a:solidFill>
                  <a:schemeClr val="dk2"/>
                </a:solidFill>
              </a:defRPr>
            </a:lvl7pPr>
            <a:lvl8pPr lvl="7">
              <a:buNone/>
              <a:defRPr sz="1100">
                <a:solidFill>
                  <a:schemeClr val="dk2"/>
                </a:solidFill>
              </a:defRPr>
            </a:lvl8pPr>
            <a:lvl9pPr lvl="8">
              <a:buNone/>
              <a:defRPr sz="11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65" name="Google Shape;265;p46"/>
          <p:cNvSpPr/>
          <p:nvPr/>
        </p:nvSpPr>
        <p:spPr>
          <a:xfrm>
            <a:off x="4416275" y="1976923"/>
            <a:ext cx="4045200" cy="2871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6"/>
          <p:cNvSpPr/>
          <p:nvPr/>
        </p:nvSpPr>
        <p:spPr>
          <a:xfrm rot="444408">
            <a:off x="5636457" y="2500588"/>
            <a:ext cx="1505663" cy="1505327"/>
          </a:xfrm>
          <a:prstGeom prst="pie">
            <a:avLst>
              <a:gd name="adj1" fmla="val 8241844"/>
              <a:gd name="adj2" fmla="val 12554936"/>
            </a:avLst>
          </a:prstGeom>
          <a:solidFill>
            <a:schemeClr val="lt1"/>
          </a:solidFill>
          <a:ln>
            <a:noFill/>
          </a:ln>
        </p:spPr>
        <p:txBody>
          <a:bodyPr spcFirstLastPara="1" wrap="square" lIns="68575" tIns="68575" rIns="68575" bIns="68575" anchor="ctr" anchorCtr="0">
            <a:noAutofit/>
          </a:bodyPr>
          <a:lstStyle/>
          <a:p>
            <a:pPr marL="0" lvl="0" indent="0" algn="l" rtl="0">
              <a:spcBef>
                <a:spcPts val="0"/>
              </a:spcBef>
              <a:spcAft>
                <a:spcPts val="0"/>
              </a:spcAft>
              <a:buSzPts val="1100"/>
              <a:buNone/>
            </a:pPr>
            <a:endParaRPr sz="110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Differentiators / 4 column text">
  <p:cSld name="BIG_NUMBER">
    <p:bg>
      <p:bgPr>
        <a:solidFill>
          <a:schemeClr val="dk1"/>
        </a:solidFill>
        <a:effectLst/>
      </p:bgPr>
    </p:bg>
    <p:spTree>
      <p:nvGrpSpPr>
        <p:cNvPr id="1" name="Shape 267"/>
        <p:cNvGrpSpPr/>
        <p:nvPr/>
      </p:nvGrpSpPr>
      <p:grpSpPr>
        <a:xfrm>
          <a:off x="0" y="0"/>
          <a:ext cx="0" cy="0"/>
          <a:chOff x="0" y="0"/>
          <a:chExt cx="0" cy="0"/>
        </a:xfrm>
      </p:grpSpPr>
      <p:sp>
        <p:nvSpPr>
          <p:cNvPr id="268" name="Google Shape;268;p47"/>
          <p:cNvSpPr/>
          <p:nvPr/>
        </p:nvSpPr>
        <p:spPr>
          <a:xfrm>
            <a:off x="0" y="1324925"/>
            <a:ext cx="4572000" cy="1910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269" name="Google Shape;269;p47"/>
          <p:cNvSpPr/>
          <p:nvPr/>
        </p:nvSpPr>
        <p:spPr>
          <a:xfrm>
            <a:off x="0" y="3235076"/>
            <a:ext cx="4572000" cy="191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dk2"/>
              </a:solidFill>
            </a:endParaRPr>
          </a:p>
        </p:txBody>
      </p:sp>
      <p:sp>
        <p:nvSpPr>
          <p:cNvPr id="270" name="Google Shape;270;p47"/>
          <p:cNvSpPr/>
          <p:nvPr/>
        </p:nvSpPr>
        <p:spPr>
          <a:xfrm>
            <a:off x="4571892" y="3235076"/>
            <a:ext cx="4572000" cy="191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lt1"/>
              </a:solidFill>
            </a:endParaRPr>
          </a:p>
        </p:txBody>
      </p:sp>
      <p:sp>
        <p:nvSpPr>
          <p:cNvPr id="271" name="Google Shape;271;p47"/>
          <p:cNvSpPr/>
          <p:nvPr/>
        </p:nvSpPr>
        <p:spPr>
          <a:xfrm>
            <a:off x="4571892" y="1324925"/>
            <a:ext cx="4572000" cy="1910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accent5"/>
              </a:solidFill>
            </a:endParaRPr>
          </a:p>
        </p:txBody>
      </p:sp>
      <p:sp>
        <p:nvSpPr>
          <p:cNvPr id="272" name="Google Shape;272;p47"/>
          <p:cNvSpPr txBox="1">
            <a:spLocks noGrp="1"/>
          </p:cNvSpPr>
          <p:nvPr>
            <p:ph type="subTitle" idx="1"/>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73" name="Google Shape;273;p47"/>
          <p:cNvSpPr txBox="1">
            <a:spLocks noGrp="1"/>
          </p:cNvSpPr>
          <p:nvPr>
            <p:ph type="body" idx="2"/>
          </p:nvPr>
        </p:nvSpPr>
        <p:spPr>
          <a:xfrm>
            <a:off x="480425" y="610475"/>
            <a:ext cx="4878300" cy="6003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74" name="Google Shape;274;p4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dk2"/>
                </a:solidFill>
              </a:defRPr>
            </a:lvl1pPr>
            <a:lvl2pPr lvl="1">
              <a:buNone/>
              <a:defRPr sz="1100">
                <a:solidFill>
                  <a:schemeClr val="dk2"/>
                </a:solidFill>
              </a:defRPr>
            </a:lvl2pPr>
            <a:lvl3pPr lvl="2">
              <a:buNone/>
              <a:defRPr sz="1100">
                <a:solidFill>
                  <a:schemeClr val="dk2"/>
                </a:solidFill>
              </a:defRPr>
            </a:lvl3pPr>
            <a:lvl4pPr lvl="3">
              <a:buNone/>
              <a:defRPr sz="1100">
                <a:solidFill>
                  <a:schemeClr val="dk2"/>
                </a:solidFill>
              </a:defRPr>
            </a:lvl4pPr>
            <a:lvl5pPr lvl="4">
              <a:buNone/>
              <a:defRPr sz="1100">
                <a:solidFill>
                  <a:schemeClr val="dk2"/>
                </a:solidFill>
              </a:defRPr>
            </a:lvl5pPr>
            <a:lvl6pPr lvl="5">
              <a:buNone/>
              <a:defRPr sz="1100">
                <a:solidFill>
                  <a:schemeClr val="dk2"/>
                </a:solidFill>
              </a:defRPr>
            </a:lvl6pPr>
            <a:lvl7pPr lvl="6">
              <a:buNone/>
              <a:defRPr sz="1100">
                <a:solidFill>
                  <a:schemeClr val="dk2"/>
                </a:solidFill>
              </a:defRPr>
            </a:lvl7pPr>
            <a:lvl8pPr lvl="7">
              <a:buNone/>
              <a:defRPr sz="1100">
                <a:solidFill>
                  <a:schemeClr val="dk2"/>
                </a:solidFill>
              </a:defRPr>
            </a:lvl8pPr>
            <a:lvl9pPr lvl="8">
              <a:buNone/>
              <a:defRPr sz="11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ection Header" type="blank">
  <p:cSld name="BLANK">
    <p:spTree>
      <p:nvGrpSpPr>
        <p:cNvPr id="1" name="Shape 275"/>
        <p:cNvGrpSpPr/>
        <p:nvPr/>
      </p:nvGrpSpPr>
      <p:grpSpPr>
        <a:xfrm>
          <a:off x="0" y="0"/>
          <a:ext cx="0" cy="0"/>
          <a:chOff x="0" y="0"/>
          <a:chExt cx="0" cy="0"/>
        </a:xfrm>
      </p:grpSpPr>
      <p:sp>
        <p:nvSpPr>
          <p:cNvPr id="276" name="Google Shape;276;p48"/>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277" name="Google Shape;277;p48"/>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a:endParaRPr/>
          </a:p>
        </p:txBody>
      </p:sp>
      <p:sp>
        <p:nvSpPr>
          <p:cNvPr id="278" name="Google Shape;278;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 1 column text">
  <p:cSld name="TITLE_1">
    <p:bg>
      <p:bgPr>
        <a:solidFill>
          <a:schemeClr val="dk1"/>
        </a:solidFill>
        <a:effectLst/>
      </p:bgPr>
    </p:bg>
    <p:spTree>
      <p:nvGrpSpPr>
        <p:cNvPr id="1" name="Shape 279"/>
        <p:cNvGrpSpPr/>
        <p:nvPr/>
      </p:nvGrpSpPr>
      <p:grpSpPr>
        <a:xfrm>
          <a:off x="0" y="0"/>
          <a:ext cx="0" cy="0"/>
          <a:chOff x="0" y="0"/>
          <a:chExt cx="0" cy="0"/>
        </a:xfrm>
      </p:grpSpPr>
      <p:sp>
        <p:nvSpPr>
          <p:cNvPr id="280" name="Google Shape;280;p49"/>
          <p:cNvSpPr/>
          <p:nvPr/>
        </p:nvSpPr>
        <p:spPr>
          <a:xfrm>
            <a:off x="0" y="0"/>
            <a:ext cx="9144000" cy="1631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9"/>
          <p:cNvSpPr txBox="1">
            <a:spLocks noGrp="1"/>
          </p:cNvSpPr>
          <p:nvPr>
            <p:ph type="subTitle" idx="1"/>
          </p:nvPr>
        </p:nvSpPr>
        <p:spPr>
          <a:xfrm>
            <a:off x="791150" y="522625"/>
            <a:ext cx="5938800" cy="11082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282" name="Google Shape;282;p49"/>
          <p:cNvSpPr txBox="1">
            <a:spLocks noGrp="1"/>
          </p:cNvSpPr>
          <p:nvPr>
            <p:ph type="body" idx="2"/>
          </p:nvPr>
        </p:nvSpPr>
        <p:spPr>
          <a:xfrm>
            <a:off x="810075" y="2065225"/>
            <a:ext cx="7539900" cy="27774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lt1"/>
              </a:buClr>
              <a:buSzPts val="2800"/>
              <a:buChar char="●"/>
              <a:defRPr sz="2800">
                <a:solidFill>
                  <a:schemeClr val="lt1"/>
                </a:solidFill>
              </a:defRPr>
            </a:lvl1pPr>
            <a:lvl2pPr marL="914400" lvl="1" indent="-406400">
              <a:spcBef>
                <a:spcPts val="0"/>
              </a:spcBef>
              <a:spcAft>
                <a:spcPts val="0"/>
              </a:spcAft>
              <a:buClr>
                <a:schemeClr val="lt1"/>
              </a:buClr>
              <a:buSzPts val="2800"/>
              <a:buChar char="○"/>
              <a:defRPr sz="2800">
                <a:solidFill>
                  <a:schemeClr val="lt1"/>
                </a:solidFill>
              </a:defRPr>
            </a:lvl2pPr>
            <a:lvl3pPr marL="1371600" lvl="2" indent="-406400">
              <a:spcBef>
                <a:spcPts val="0"/>
              </a:spcBef>
              <a:spcAft>
                <a:spcPts val="0"/>
              </a:spcAft>
              <a:buClr>
                <a:schemeClr val="lt1"/>
              </a:buClr>
              <a:buSzPts val="2800"/>
              <a:buChar char="■"/>
              <a:defRPr sz="2800">
                <a:solidFill>
                  <a:schemeClr val="lt1"/>
                </a:solidFill>
              </a:defRPr>
            </a:lvl3pPr>
            <a:lvl4pPr marL="1828800" lvl="3" indent="-406400">
              <a:spcBef>
                <a:spcPts val="0"/>
              </a:spcBef>
              <a:spcAft>
                <a:spcPts val="0"/>
              </a:spcAft>
              <a:buClr>
                <a:schemeClr val="lt1"/>
              </a:buClr>
              <a:buSzPts val="2800"/>
              <a:buChar char="●"/>
              <a:defRPr sz="2800">
                <a:solidFill>
                  <a:schemeClr val="lt1"/>
                </a:solidFill>
              </a:defRPr>
            </a:lvl4pPr>
            <a:lvl5pPr marL="2286000" lvl="4" indent="-406400">
              <a:spcBef>
                <a:spcPts val="0"/>
              </a:spcBef>
              <a:spcAft>
                <a:spcPts val="0"/>
              </a:spcAft>
              <a:buClr>
                <a:schemeClr val="lt1"/>
              </a:buClr>
              <a:buSzPts val="2800"/>
              <a:buChar char="○"/>
              <a:defRPr sz="2800">
                <a:solidFill>
                  <a:schemeClr val="lt1"/>
                </a:solidFill>
              </a:defRPr>
            </a:lvl5pPr>
            <a:lvl6pPr marL="2743200" lvl="5" indent="-406400">
              <a:spcBef>
                <a:spcPts val="0"/>
              </a:spcBef>
              <a:spcAft>
                <a:spcPts val="0"/>
              </a:spcAft>
              <a:buClr>
                <a:schemeClr val="lt1"/>
              </a:buClr>
              <a:buSzPts val="2800"/>
              <a:buChar char="■"/>
              <a:defRPr sz="2800">
                <a:solidFill>
                  <a:schemeClr val="lt1"/>
                </a:solidFill>
              </a:defRPr>
            </a:lvl6pPr>
            <a:lvl7pPr marL="3200400" lvl="6" indent="-406400">
              <a:spcBef>
                <a:spcPts val="0"/>
              </a:spcBef>
              <a:spcAft>
                <a:spcPts val="0"/>
              </a:spcAft>
              <a:buClr>
                <a:schemeClr val="lt1"/>
              </a:buClr>
              <a:buSzPts val="2800"/>
              <a:buChar char="●"/>
              <a:defRPr sz="2800">
                <a:solidFill>
                  <a:schemeClr val="lt1"/>
                </a:solidFill>
              </a:defRPr>
            </a:lvl7pPr>
            <a:lvl8pPr marL="3657600" lvl="7" indent="-406400">
              <a:spcBef>
                <a:spcPts val="0"/>
              </a:spcBef>
              <a:spcAft>
                <a:spcPts val="0"/>
              </a:spcAft>
              <a:buClr>
                <a:schemeClr val="lt1"/>
              </a:buClr>
              <a:buSzPts val="2800"/>
              <a:buChar char="○"/>
              <a:defRPr sz="2800">
                <a:solidFill>
                  <a:schemeClr val="lt1"/>
                </a:solidFill>
              </a:defRPr>
            </a:lvl8pPr>
            <a:lvl9pPr marL="4114800" lvl="8" indent="-406400">
              <a:spcBef>
                <a:spcPts val="0"/>
              </a:spcBef>
              <a:spcAft>
                <a:spcPts val="0"/>
              </a:spcAft>
              <a:buClr>
                <a:schemeClr val="lt1"/>
              </a:buClr>
              <a:buSzPts val="2800"/>
              <a:buChar char="■"/>
              <a:defRPr sz="2800">
                <a:solidFill>
                  <a:schemeClr val="lt1"/>
                </a:solidFill>
              </a:defRPr>
            </a:lvl9pPr>
          </a:lstStyle>
          <a:p>
            <a:endParaRPr/>
          </a:p>
        </p:txBody>
      </p:sp>
      <p:sp>
        <p:nvSpPr>
          <p:cNvPr id="283" name="Google Shape;283;p49"/>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 Background Image + Text">
  <p:cSld name="CUSTOM">
    <p:spTree>
      <p:nvGrpSpPr>
        <p:cNvPr id="1" name="Shape 284"/>
        <p:cNvGrpSpPr/>
        <p:nvPr/>
      </p:nvGrpSpPr>
      <p:grpSpPr>
        <a:xfrm>
          <a:off x="0" y="0"/>
          <a:ext cx="0" cy="0"/>
          <a:chOff x="0" y="0"/>
          <a:chExt cx="0" cy="0"/>
        </a:xfrm>
      </p:grpSpPr>
      <p:sp>
        <p:nvSpPr>
          <p:cNvPr id="285" name="Google Shape;285;p50"/>
          <p:cNvSpPr>
            <a:spLocks noGrp="1"/>
          </p:cNvSpPr>
          <p:nvPr>
            <p:ph type="pic" idx="2"/>
          </p:nvPr>
        </p:nvSpPr>
        <p:spPr>
          <a:xfrm>
            <a:off x="0" y="0"/>
            <a:ext cx="9144000" cy="5143500"/>
          </a:xfrm>
          <a:prstGeom prst="rect">
            <a:avLst/>
          </a:prstGeom>
          <a:noFill/>
          <a:ln>
            <a:noFill/>
          </a:ln>
        </p:spPr>
      </p:sp>
      <p:sp>
        <p:nvSpPr>
          <p:cNvPr id="286" name="Google Shape;286;p50"/>
          <p:cNvSpPr txBox="1">
            <a:spLocks noGrp="1"/>
          </p:cNvSpPr>
          <p:nvPr>
            <p:ph type="body" idx="1"/>
          </p:nvPr>
        </p:nvSpPr>
        <p:spPr>
          <a:xfrm>
            <a:off x="4655675" y="956675"/>
            <a:ext cx="3965400" cy="775200"/>
          </a:xfrm>
          <a:prstGeom prst="rect">
            <a:avLst/>
          </a:prstGeom>
          <a:solidFill>
            <a:schemeClr val="lt1"/>
          </a:solidFill>
        </p:spPr>
        <p:txBody>
          <a:bodyPr spcFirstLastPara="1" wrap="square" lIns="274300" tIns="0" rIns="274300" bIns="274300" anchor="t" anchorCtr="0">
            <a:noAutofit/>
          </a:bodyPr>
          <a:lstStyle>
            <a:lvl1pPr marL="457200" lvl="0" indent="-298450">
              <a:spcBef>
                <a:spcPts val="0"/>
              </a:spcBef>
              <a:spcAft>
                <a:spcPts val="0"/>
              </a:spcAft>
              <a:buClr>
                <a:schemeClr val="dk1"/>
              </a:buClr>
              <a:buSzPts val="1100"/>
              <a:buFont typeface="Barlow"/>
              <a:buChar char="●"/>
              <a:defRPr sz="1100">
                <a:latin typeface="Barlow"/>
                <a:ea typeface="Barlow"/>
                <a:cs typeface="Barlow"/>
                <a:sym typeface="Barlow"/>
              </a:defRPr>
            </a:lvl1pPr>
            <a:lvl2pPr marL="914400" lvl="1" indent="-298450">
              <a:spcBef>
                <a:spcPts val="0"/>
              </a:spcBef>
              <a:spcAft>
                <a:spcPts val="0"/>
              </a:spcAft>
              <a:buClr>
                <a:schemeClr val="dk1"/>
              </a:buClr>
              <a:buSzPts val="1100"/>
              <a:buFont typeface="Barlow"/>
              <a:buChar char="○"/>
              <a:defRPr sz="1100">
                <a:latin typeface="Barlow"/>
                <a:ea typeface="Barlow"/>
                <a:cs typeface="Barlow"/>
                <a:sym typeface="Barlow"/>
              </a:defRPr>
            </a:lvl2pPr>
            <a:lvl3pPr marL="1371600" lvl="2" indent="-298450">
              <a:spcBef>
                <a:spcPts val="0"/>
              </a:spcBef>
              <a:spcAft>
                <a:spcPts val="0"/>
              </a:spcAft>
              <a:buClr>
                <a:schemeClr val="dk1"/>
              </a:buClr>
              <a:buSzPts val="1100"/>
              <a:buFont typeface="Barlow"/>
              <a:buChar char="■"/>
              <a:defRPr sz="1100">
                <a:latin typeface="Barlow"/>
                <a:ea typeface="Barlow"/>
                <a:cs typeface="Barlow"/>
                <a:sym typeface="Barlow"/>
              </a:defRPr>
            </a:lvl3pPr>
            <a:lvl4pPr marL="1828800" lvl="3" indent="-298450">
              <a:spcBef>
                <a:spcPts val="0"/>
              </a:spcBef>
              <a:spcAft>
                <a:spcPts val="0"/>
              </a:spcAft>
              <a:buClr>
                <a:schemeClr val="dk1"/>
              </a:buClr>
              <a:buSzPts val="1100"/>
              <a:buFont typeface="Barlow"/>
              <a:buChar char="●"/>
              <a:defRPr sz="1100">
                <a:latin typeface="Barlow"/>
                <a:ea typeface="Barlow"/>
                <a:cs typeface="Barlow"/>
                <a:sym typeface="Barlow"/>
              </a:defRPr>
            </a:lvl4pPr>
            <a:lvl5pPr marL="2286000" lvl="4" indent="-298450">
              <a:spcBef>
                <a:spcPts val="0"/>
              </a:spcBef>
              <a:spcAft>
                <a:spcPts val="0"/>
              </a:spcAft>
              <a:buClr>
                <a:schemeClr val="dk1"/>
              </a:buClr>
              <a:buSzPts val="1100"/>
              <a:buFont typeface="Barlow"/>
              <a:buChar char="○"/>
              <a:defRPr>
                <a:latin typeface="Barlow"/>
                <a:ea typeface="Barlow"/>
                <a:cs typeface="Barlow"/>
                <a:sym typeface="Barlow"/>
              </a:defRPr>
            </a:lvl5pPr>
            <a:lvl6pPr marL="2743200" lvl="5" indent="-298450">
              <a:spcBef>
                <a:spcPts val="0"/>
              </a:spcBef>
              <a:spcAft>
                <a:spcPts val="0"/>
              </a:spcAft>
              <a:buClr>
                <a:schemeClr val="dk1"/>
              </a:buClr>
              <a:buSzPts val="1100"/>
              <a:buFont typeface="Barlow"/>
              <a:buChar char="■"/>
              <a:defRPr sz="1100">
                <a:latin typeface="Barlow"/>
                <a:ea typeface="Barlow"/>
                <a:cs typeface="Barlow"/>
                <a:sym typeface="Barlow"/>
              </a:defRPr>
            </a:lvl6pPr>
            <a:lvl7pPr marL="3200400" lvl="6" indent="-298450">
              <a:spcBef>
                <a:spcPts val="0"/>
              </a:spcBef>
              <a:spcAft>
                <a:spcPts val="0"/>
              </a:spcAft>
              <a:buClr>
                <a:schemeClr val="dk1"/>
              </a:buClr>
              <a:buSzPts val="1100"/>
              <a:buFont typeface="Barlow"/>
              <a:buChar char="●"/>
              <a:defRPr sz="1100">
                <a:latin typeface="Barlow"/>
                <a:ea typeface="Barlow"/>
                <a:cs typeface="Barlow"/>
                <a:sym typeface="Barlow"/>
              </a:defRPr>
            </a:lvl7pPr>
            <a:lvl8pPr marL="3657600" lvl="7" indent="-298450">
              <a:spcBef>
                <a:spcPts val="0"/>
              </a:spcBef>
              <a:spcAft>
                <a:spcPts val="0"/>
              </a:spcAft>
              <a:buClr>
                <a:schemeClr val="dk1"/>
              </a:buClr>
              <a:buSzPts val="1100"/>
              <a:buFont typeface="Barlow"/>
              <a:buChar char="○"/>
              <a:defRPr sz="1100">
                <a:latin typeface="Barlow"/>
                <a:ea typeface="Barlow"/>
                <a:cs typeface="Barlow"/>
                <a:sym typeface="Barlow"/>
              </a:defRPr>
            </a:lvl8pPr>
            <a:lvl9pPr marL="4114800" lvl="8" indent="-298450">
              <a:spcBef>
                <a:spcPts val="0"/>
              </a:spcBef>
              <a:spcAft>
                <a:spcPts val="0"/>
              </a:spcAft>
              <a:buClr>
                <a:schemeClr val="dk1"/>
              </a:buClr>
              <a:buSzPts val="1100"/>
              <a:buFont typeface="Barlow"/>
              <a:buChar char="■"/>
              <a:defRPr sz="1100">
                <a:latin typeface="Barlow"/>
                <a:ea typeface="Barlow"/>
                <a:cs typeface="Barlow"/>
                <a:sym typeface="Barlow"/>
              </a:defRPr>
            </a:lvl9pPr>
          </a:lstStyle>
          <a:p>
            <a:endParaRPr/>
          </a:p>
        </p:txBody>
      </p:sp>
      <p:sp>
        <p:nvSpPr>
          <p:cNvPr id="287" name="Google Shape;287;p50"/>
          <p:cNvSpPr txBox="1">
            <a:spLocks noGrp="1"/>
          </p:cNvSpPr>
          <p:nvPr>
            <p:ph type="subTitle" idx="3"/>
          </p:nvPr>
        </p:nvSpPr>
        <p:spPr>
          <a:xfrm>
            <a:off x="4655675" y="522900"/>
            <a:ext cx="3965400" cy="442800"/>
          </a:xfrm>
          <a:prstGeom prst="rect">
            <a:avLst/>
          </a:prstGeom>
          <a:solidFill>
            <a:schemeClr val="lt1"/>
          </a:solidFill>
        </p:spPr>
        <p:txBody>
          <a:bodyPr spcFirstLastPara="1" wrap="square" lIns="274300" tIns="274300" rIns="274300" bIns="0" anchor="b" anchorCtr="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288" name="Google Shape;288;p50"/>
          <p:cNvSpPr txBox="1">
            <a:spLocks noGrp="1"/>
          </p:cNvSpPr>
          <p:nvPr>
            <p:ph type="body" idx="4"/>
          </p:nvPr>
        </p:nvSpPr>
        <p:spPr>
          <a:xfrm>
            <a:off x="524350" y="4144800"/>
            <a:ext cx="1558800" cy="475800"/>
          </a:xfrm>
          <a:prstGeom prst="rect">
            <a:avLst/>
          </a:prstGeom>
          <a:solidFill>
            <a:schemeClr val="lt1"/>
          </a:solidFill>
        </p:spPr>
        <p:txBody>
          <a:bodyPr spcFirstLastPara="1" wrap="square" lIns="137150" tIns="137150" rIns="137150" bIns="137150" anchor="t" anchorCtr="0">
            <a:noAutofit/>
          </a:bodyPr>
          <a:lstStyle>
            <a:lvl1pPr marL="457200" lvl="0" indent="-273050">
              <a:spcBef>
                <a:spcPts val="0"/>
              </a:spcBef>
              <a:spcAft>
                <a:spcPts val="0"/>
              </a:spcAft>
              <a:buClr>
                <a:schemeClr val="dk1"/>
              </a:buClr>
              <a:buSzPts val="700"/>
              <a:buFont typeface="Barlow"/>
              <a:buChar char="●"/>
              <a:defRPr sz="700">
                <a:latin typeface="Barlow"/>
                <a:ea typeface="Barlow"/>
                <a:cs typeface="Barlow"/>
                <a:sym typeface="Barlow"/>
              </a:defRPr>
            </a:lvl1pPr>
            <a:lvl2pPr marL="914400" lvl="1" indent="-273050">
              <a:spcBef>
                <a:spcPts val="0"/>
              </a:spcBef>
              <a:spcAft>
                <a:spcPts val="0"/>
              </a:spcAft>
              <a:buClr>
                <a:schemeClr val="dk1"/>
              </a:buClr>
              <a:buSzPts val="700"/>
              <a:buFont typeface="Barlow"/>
              <a:buChar char="○"/>
              <a:defRPr sz="700">
                <a:latin typeface="Barlow"/>
                <a:ea typeface="Barlow"/>
                <a:cs typeface="Barlow"/>
                <a:sym typeface="Barlow"/>
              </a:defRPr>
            </a:lvl2pPr>
            <a:lvl3pPr marL="1371600" lvl="2" indent="-273050">
              <a:spcBef>
                <a:spcPts val="0"/>
              </a:spcBef>
              <a:spcAft>
                <a:spcPts val="0"/>
              </a:spcAft>
              <a:buClr>
                <a:schemeClr val="dk1"/>
              </a:buClr>
              <a:buSzPts val="700"/>
              <a:buFont typeface="Barlow"/>
              <a:buChar char="■"/>
              <a:defRPr sz="700">
                <a:latin typeface="Barlow"/>
                <a:ea typeface="Barlow"/>
                <a:cs typeface="Barlow"/>
                <a:sym typeface="Barlow"/>
              </a:defRPr>
            </a:lvl3pPr>
            <a:lvl4pPr marL="1828800" lvl="3" indent="-273050">
              <a:spcBef>
                <a:spcPts val="0"/>
              </a:spcBef>
              <a:spcAft>
                <a:spcPts val="0"/>
              </a:spcAft>
              <a:buClr>
                <a:schemeClr val="dk1"/>
              </a:buClr>
              <a:buSzPts val="700"/>
              <a:buFont typeface="Barlow"/>
              <a:buChar char="●"/>
              <a:defRPr sz="700">
                <a:latin typeface="Barlow"/>
                <a:ea typeface="Barlow"/>
                <a:cs typeface="Barlow"/>
                <a:sym typeface="Barlow"/>
              </a:defRPr>
            </a:lvl4pPr>
            <a:lvl5pPr marL="2286000" lvl="4" indent="-273050">
              <a:spcBef>
                <a:spcPts val="0"/>
              </a:spcBef>
              <a:spcAft>
                <a:spcPts val="0"/>
              </a:spcAft>
              <a:buClr>
                <a:schemeClr val="dk1"/>
              </a:buClr>
              <a:buSzPts val="700"/>
              <a:buFont typeface="Barlow"/>
              <a:buChar char="○"/>
              <a:defRPr sz="700">
                <a:latin typeface="Barlow"/>
                <a:ea typeface="Barlow"/>
                <a:cs typeface="Barlow"/>
                <a:sym typeface="Barlow"/>
              </a:defRPr>
            </a:lvl5pPr>
            <a:lvl6pPr marL="2743200" lvl="5" indent="-273050">
              <a:spcBef>
                <a:spcPts val="0"/>
              </a:spcBef>
              <a:spcAft>
                <a:spcPts val="0"/>
              </a:spcAft>
              <a:buClr>
                <a:schemeClr val="dk1"/>
              </a:buClr>
              <a:buSzPts val="700"/>
              <a:buFont typeface="Barlow"/>
              <a:buChar char="■"/>
              <a:defRPr sz="700">
                <a:latin typeface="Barlow"/>
                <a:ea typeface="Barlow"/>
                <a:cs typeface="Barlow"/>
                <a:sym typeface="Barlow"/>
              </a:defRPr>
            </a:lvl6pPr>
            <a:lvl7pPr marL="3200400" lvl="6" indent="-273050">
              <a:spcBef>
                <a:spcPts val="0"/>
              </a:spcBef>
              <a:spcAft>
                <a:spcPts val="0"/>
              </a:spcAft>
              <a:buClr>
                <a:schemeClr val="dk1"/>
              </a:buClr>
              <a:buSzPts val="700"/>
              <a:buFont typeface="Barlow"/>
              <a:buChar char="●"/>
              <a:defRPr sz="700">
                <a:latin typeface="Barlow"/>
                <a:ea typeface="Barlow"/>
                <a:cs typeface="Barlow"/>
                <a:sym typeface="Barlow"/>
              </a:defRPr>
            </a:lvl7pPr>
            <a:lvl8pPr marL="3657600" lvl="7" indent="-273050">
              <a:spcBef>
                <a:spcPts val="0"/>
              </a:spcBef>
              <a:spcAft>
                <a:spcPts val="0"/>
              </a:spcAft>
              <a:buClr>
                <a:schemeClr val="dk1"/>
              </a:buClr>
              <a:buSzPts val="700"/>
              <a:buFont typeface="Barlow"/>
              <a:buChar char="○"/>
              <a:defRPr sz="700">
                <a:latin typeface="Barlow"/>
                <a:ea typeface="Barlow"/>
                <a:cs typeface="Barlow"/>
                <a:sym typeface="Barlow"/>
              </a:defRPr>
            </a:lvl8pPr>
            <a:lvl9pPr marL="4114800" lvl="8" indent="-273050">
              <a:spcBef>
                <a:spcPts val="0"/>
              </a:spcBef>
              <a:spcAft>
                <a:spcPts val="0"/>
              </a:spcAft>
              <a:buClr>
                <a:schemeClr val="dk1"/>
              </a:buClr>
              <a:buSzPts val="700"/>
              <a:buFont typeface="Barlow"/>
              <a:buChar char="■"/>
              <a:defRPr sz="700">
                <a:latin typeface="Barlow"/>
                <a:ea typeface="Barlow"/>
                <a:cs typeface="Barlow"/>
                <a:sym typeface="Barlow"/>
              </a:defRPr>
            </a:lvl9pPr>
          </a:lstStyle>
          <a:p>
            <a:endParaRPr/>
          </a:p>
        </p:txBody>
      </p:sp>
      <p:sp>
        <p:nvSpPr>
          <p:cNvPr id="289" name="Google Shape;289;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Quote + Image">
  <p:cSld name="CUSTOM_1">
    <p:bg>
      <p:bgPr>
        <a:solidFill>
          <a:schemeClr val="lt2"/>
        </a:solidFill>
        <a:effectLst/>
      </p:bgPr>
    </p:bg>
    <p:spTree>
      <p:nvGrpSpPr>
        <p:cNvPr id="1" name="Shape 290"/>
        <p:cNvGrpSpPr/>
        <p:nvPr/>
      </p:nvGrpSpPr>
      <p:grpSpPr>
        <a:xfrm>
          <a:off x="0" y="0"/>
          <a:ext cx="0" cy="0"/>
          <a:chOff x="0" y="0"/>
          <a:chExt cx="0" cy="0"/>
        </a:xfrm>
      </p:grpSpPr>
      <p:sp>
        <p:nvSpPr>
          <p:cNvPr id="291" name="Google Shape;291;p51"/>
          <p:cNvSpPr>
            <a:spLocks noGrp="1"/>
          </p:cNvSpPr>
          <p:nvPr>
            <p:ph type="pic" idx="2"/>
          </p:nvPr>
        </p:nvSpPr>
        <p:spPr>
          <a:xfrm>
            <a:off x="5485725" y="523025"/>
            <a:ext cx="3135300" cy="4097700"/>
          </a:xfrm>
          <a:prstGeom prst="roundRect">
            <a:avLst>
              <a:gd name="adj" fmla="val 16667"/>
            </a:avLst>
          </a:prstGeom>
          <a:noFill/>
          <a:ln>
            <a:noFill/>
          </a:ln>
        </p:spPr>
      </p:sp>
      <p:sp>
        <p:nvSpPr>
          <p:cNvPr id="292" name="Google Shape;292;p51"/>
          <p:cNvSpPr txBox="1">
            <a:spLocks noGrp="1"/>
          </p:cNvSpPr>
          <p:nvPr>
            <p:ph type="title"/>
          </p:nvPr>
        </p:nvSpPr>
        <p:spPr>
          <a:xfrm>
            <a:off x="591441" y="391675"/>
            <a:ext cx="4397400" cy="3178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93" name="Google Shape;293;p51"/>
          <p:cNvSpPr txBox="1">
            <a:spLocks noGrp="1"/>
          </p:cNvSpPr>
          <p:nvPr>
            <p:ph type="body" idx="1"/>
          </p:nvPr>
        </p:nvSpPr>
        <p:spPr>
          <a:xfrm>
            <a:off x="638750" y="4413181"/>
            <a:ext cx="5537100" cy="310500"/>
          </a:xfrm>
          <a:prstGeom prst="rect">
            <a:avLst/>
          </a:prstGeom>
        </p:spPr>
        <p:txBody>
          <a:bodyPr spcFirstLastPara="1" wrap="square" lIns="91425" tIns="91425" rIns="91425" bIns="91425" anchor="b" anchorCtr="0">
            <a:noAutofit/>
          </a:bodyPr>
          <a:lstStyle>
            <a:lvl1pPr marL="457200" lvl="0"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marL="914400" lvl="1"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marL="1371600" lvl="2"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marL="1828800" lvl="3"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marL="2286000" lvl="4" indent="-29845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marL="2743200" lvl="5"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marL="3200400" lvl="6"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marL="3657600" lvl="7"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marL="4114800" lvl="8"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a:endParaRPr/>
          </a:p>
        </p:txBody>
      </p:sp>
      <p:sp>
        <p:nvSpPr>
          <p:cNvPr id="294" name="Google Shape;294;p51"/>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Goals + 5 Images">
  <p:cSld name="CUSTOM_2">
    <p:bg>
      <p:bgPr>
        <a:solidFill>
          <a:schemeClr val="dk1"/>
        </a:solidFill>
        <a:effectLst/>
      </p:bgPr>
    </p:bg>
    <p:spTree>
      <p:nvGrpSpPr>
        <p:cNvPr id="1" name="Shape 295"/>
        <p:cNvGrpSpPr/>
        <p:nvPr/>
      </p:nvGrpSpPr>
      <p:grpSpPr>
        <a:xfrm>
          <a:off x="0" y="0"/>
          <a:ext cx="0" cy="0"/>
          <a:chOff x="0" y="0"/>
          <a:chExt cx="0" cy="0"/>
        </a:xfrm>
      </p:grpSpPr>
      <p:sp>
        <p:nvSpPr>
          <p:cNvPr id="296" name="Google Shape;296;p52"/>
          <p:cNvSpPr txBox="1">
            <a:spLocks noGrp="1"/>
          </p:cNvSpPr>
          <p:nvPr>
            <p:ph type="body" idx="1"/>
          </p:nvPr>
        </p:nvSpPr>
        <p:spPr>
          <a:xfrm>
            <a:off x="5481425" y="271557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97" name="Google Shape;297;p52"/>
          <p:cNvSpPr txBox="1">
            <a:spLocks noGrp="1"/>
          </p:cNvSpPr>
          <p:nvPr>
            <p:ph type="body" idx="2"/>
          </p:nvPr>
        </p:nvSpPr>
        <p:spPr>
          <a:xfrm>
            <a:off x="3918400" y="27157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98" name="Google Shape;298;p52"/>
          <p:cNvSpPr txBox="1">
            <a:spLocks noGrp="1"/>
          </p:cNvSpPr>
          <p:nvPr>
            <p:ph type="body" idx="3"/>
          </p:nvPr>
        </p:nvSpPr>
        <p:spPr>
          <a:xfrm>
            <a:off x="2349550" y="271557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99" name="Google Shape;299;p52"/>
          <p:cNvSpPr txBox="1">
            <a:spLocks noGrp="1"/>
          </p:cNvSpPr>
          <p:nvPr>
            <p:ph type="body" idx="4"/>
          </p:nvPr>
        </p:nvSpPr>
        <p:spPr>
          <a:xfrm>
            <a:off x="7911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00" name="Google Shape;300;p52"/>
          <p:cNvSpPr txBox="1">
            <a:spLocks noGrp="1"/>
          </p:cNvSpPr>
          <p:nvPr>
            <p:ph type="body" idx="5"/>
          </p:nvPr>
        </p:nvSpPr>
        <p:spPr>
          <a:xfrm>
            <a:off x="7911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01" name="Google Shape;301;p52"/>
          <p:cNvSpPr txBox="1">
            <a:spLocks noGrp="1"/>
          </p:cNvSpPr>
          <p:nvPr>
            <p:ph type="body" idx="6"/>
          </p:nvPr>
        </p:nvSpPr>
        <p:spPr>
          <a:xfrm>
            <a:off x="70444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cxnSp>
        <p:nvCxnSpPr>
          <p:cNvPr id="302" name="Google Shape;302;p52"/>
          <p:cNvCxnSpPr/>
          <p:nvPr/>
        </p:nvCxnSpPr>
        <p:spPr>
          <a:xfrm rot="10800000">
            <a:off x="827250" y="1481375"/>
            <a:ext cx="7489500" cy="0"/>
          </a:xfrm>
          <a:prstGeom prst="straightConnector1">
            <a:avLst/>
          </a:prstGeom>
          <a:noFill/>
          <a:ln w="19050" cap="flat" cmpd="sng">
            <a:solidFill>
              <a:schemeClr val="accent1"/>
            </a:solidFill>
            <a:prstDash val="solid"/>
            <a:round/>
            <a:headEnd type="none" w="med" len="med"/>
            <a:tailEnd type="none" w="med" len="med"/>
          </a:ln>
        </p:spPr>
      </p:cxnSp>
      <p:sp>
        <p:nvSpPr>
          <p:cNvPr id="303" name="Google Shape;303;p52"/>
          <p:cNvSpPr>
            <a:spLocks noGrp="1"/>
          </p:cNvSpPr>
          <p:nvPr>
            <p:ph type="pic" idx="7"/>
          </p:nvPr>
        </p:nvSpPr>
        <p:spPr>
          <a:xfrm>
            <a:off x="7049625" y="523025"/>
            <a:ext cx="1305900" cy="1918500"/>
          </a:xfrm>
          <a:prstGeom prst="roundRect">
            <a:avLst>
              <a:gd name="adj" fmla="val 16667"/>
            </a:avLst>
          </a:prstGeom>
          <a:noFill/>
          <a:ln>
            <a:noFill/>
          </a:ln>
        </p:spPr>
      </p:sp>
      <p:sp>
        <p:nvSpPr>
          <p:cNvPr id="304" name="Google Shape;304;p52"/>
          <p:cNvSpPr>
            <a:spLocks noGrp="1"/>
          </p:cNvSpPr>
          <p:nvPr>
            <p:ph type="pic" idx="8"/>
          </p:nvPr>
        </p:nvSpPr>
        <p:spPr>
          <a:xfrm>
            <a:off x="784775" y="522100"/>
            <a:ext cx="1305900" cy="1918500"/>
          </a:xfrm>
          <a:prstGeom prst="roundRect">
            <a:avLst>
              <a:gd name="adj" fmla="val 16667"/>
            </a:avLst>
          </a:prstGeom>
          <a:noFill/>
          <a:ln>
            <a:noFill/>
          </a:ln>
        </p:spPr>
      </p:sp>
      <p:sp>
        <p:nvSpPr>
          <p:cNvPr id="305" name="Google Shape;305;p52"/>
          <p:cNvSpPr>
            <a:spLocks noGrp="1"/>
          </p:cNvSpPr>
          <p:nvPr>
            <p:ph type="pic" idx="9"/>
          </p:nvPr>
        </p:nvSpPr>
        <p:spPr>
          <a:xfrm>
            <a:off x="2343950" y="523500"/>
            <a:ext cx="1305900" cy="1918500"/>
          </a:xfrm>
          <a:prstGeom prst="roundRect">
            <a:avLst>
              <a:gd name="adj" fmla="val 16667"/>
            </a:avLst>
          </a:prstGeom>
          <a:noFill/>
          <a:ln>
            <a:noFill/>
          </a:ln>
        </p:spPr>
      </p:sp>
      <p:sp>
        <p:nvSpPr>
          <p:cNvPr id="306" name="Google Shape;306;p52"/>
          <p:cNvSpPr>
            <a:spLocks noGrp="1"/>
          </p:cNvSpPr>
          <p:nvPr>
            <p:ph type="pic" idx="13"/>
          </p:nvPr>
        </p:nvSpPr>
        <p:spPr>
          <a:xfrm>
            <a:off x="3915213" y="523500"/>
            <a:ext cx="1305900" cy="1918500"/>
          </a:xfrm>
          <a:prstGeom prst="roundRect">
            <a:avLst>
              <a:gd name="adj" fmla="val 16667"/>
            </a:avLst>
          </a:prstGeom>
          <a:noFill/>
          <a:ln>
            <a:noFill/>
          </a:ln>
        </p:spPr>
      </p:sp>
      <p:sp>
        <p:nvSpPr>
          <p:cNvPr id="307" name="Google Shape;307;p52"/>
          <p:cNvSpPr>
            <a:spLocks noGrp="1"/>
          </p:cNvSpPr>
          <p:nvPr>
            <p:ph type="pic" idx="14"/>
          </p:nvPr>
        </p:nvSpPr>
        <p:spPr>
          <a:xfrm>
            <a:off x="5490975" y="523500"/>
            <a:ext cx="1305900" cy="1918500"/>
          </a:xfrm>
          <a:prstGeom prst="roundRect">
            <a:avLst>
              <a:gd name="adj" fmla="val 16667"/>
            </a:avLst>
          </a:prstGeom>
          <a:noFill/>
          <a:ln>
            <a:noFill/>
          </a:ln>
        </p:spPr>
      </p:sp>
      <p:sp>
        <p:nvSpPr>
          <p:cNvPr id="308" name="Google Shape;308;p52"/>
          <p:cNvSpPr txBox="1">
            <a:spLocks noGrp="1"/>
          </p:cNvSpPr>
          <p:nvPr>
            <p:ph type="body" idx="15"/>
          </p:nvPr>
        </p:nvSpPr>
        <p:spPr>
          <a:xfrm>
            <a:off x="5481425" y="4112700"/>
            <a:ext cx="28776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09" name="Google Shape;309;p52"/>
          <p:cNvSpPr txBox="1">
            <a:spLocks noGrp="1"/>
          </p:cNvSpPr>
          <p:nvPr>
            <p:ph type="subTitle" idx="16"/>
          </p:nvPr>
        </p:nvSpPr>
        <p:spPr>
          <a:xfrm>
            <a:off x="5481425" y="3897300"/>
            <a:ext cx="2877600" cy="2154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310" name="Google Shape;310;p52"/>
          <p:cNvSpPr txBox="1">
            <a:spLocks noGrp="1"/>
          </p:cNvSpPr>
          <p:nvPr>
            <p:ph type="body" idx="17"/>
          </p:nvPr>
        </p:nvSpPr>
        <p:spPr>
          <a:xfrm>
            <a:off x="23495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11" name="Google Shape;311;p52"/>
          <p:cNvSpPr txBox="1">
            <a:spLocks noGrp="1"/>
          </p:cNvSpPr>
          <p:nvPr>
            <p:ph type="body" idx="18"/>
          </p:nvPr>
        </p:nvSpPr>
        <p:spPr>
          <a:xfrm>
            <a:off x="3915488"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12" name="Google Shape;312;p52"/>
          <p:cNvSpPr txBox="1">
            <a:spLocks noGrp="1"/>
          </p:cNvSpPr>
          <p:nvPr>
            <p:ph type="body" idx="19"/>
          </p:nvPr>
        </p:nvSpPr>
        <p:spPr>
          <a:xfrm>
            <a:off x="5479963"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13" name="Google Shape;313;p52"/>
          <p:cNvSpPr txBox="1">
            <a:spLocks noGrp="1"/>
          </p:cNvSpPr>
          <p:nvPr>
            <p:ph type="body" idx="20"/>
          </p:nvPr>
        </p:nvSpPr>
        <p:spPr>
          <a:xfrm>
            <a:off x="7047338"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14" name="Google Shape;314;p52"/>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trategy Canvas / Line Graph">
  <p:cSld name="CUSTOM_3">
    <p:bg>
      <p:bgPr>
        <a:solidFill>
          <a:schemeClr val="dk1"/>
        </a:solidFill>
        <a:effectLst/>
      </p:bgPr>
    </p:bg>
    <p:spTree>
      <p:nvGrpSpPr>
        <p:cNvPr id="1" name="Shape 315"/>
        <p:cNvGrpSpPr/>
        <p:nvPr/>
      </p:nvGrpSpPr>
      <p:grpSpPr>
        <a:xfrm>
          <a:off x="0" y="0"/>
          <a:ext cx="0" cy="0"/>
          <a:chOff x="0" y="0"/>
          <a:chExt cx="0" cy="0"/>
        </a:xfrm>
      </p:grpSpPr>
      <p:sp>
        <p:nvSpPr>
          <p:cNvPr id="316" name="Google Shape;316;p53"/>
          <p:cNvSpPr txBox="1">
            <a:spLocks noGrp="1"/>
          </p:cNvSpPr>
          <p:nvPr>
            <p:ph type="body" idx="1"/>
          </p:nvPr>
        </p:nvSpPr>
        <p:spPr>
          <a:xfrm>
            <a:off x="3917825" y="4024920"/>
            <a:ext cx="44412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17" name="Google Shape;317;p53"/>
          <p:cNvSpPr txBox="1">
            <a:spLocks noGrp="1"/>
          </p:cNvSpPr>
          <p:nvPr>
            <p:ph type="subTitle" idx="2"/>
          </p:nvPr>
        </p:nvSpPr>
        <p:spPr>
          <a:xfrm>
            <a:off x="783675" y="3967895"/>
            <a:ext cx="2877600" cy="431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a:endParaRPr/>
          </a:p>
        </p:txBody>
      </p:sp>
      <p:sp>
        <p:nvSpPr>
          <p:cNvPr id="318" name="Google Shape;318;p53"/>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ection Header">
  <p:cSld name="CUSTOM_4">
    <p:spTree>
      <p:nvGrpSpPr>
        <p:cNvPr id="1" name="Shape 319"/>
        <p:cNvGrpSpPr/>
        <p:nvPr/>
      </p:nvGrpSpPr>
      <p:grpSpPr>
        <a:xfrm>
          <a:off x="0" y="0"/>
          <a:ext cx="0" cy="0"/>
          <a:chOff x="0" y="0"/>
          <a:chExt cx="0" cy="0"/>
        </a:xfrm>
      </p:grpSpPr>
      <p:sp>
        <p:nvSpPr>
          <p:cNvPr id="320" name="Google Shape;320;p54"/>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321" name="Google Shape;321;p54"/>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a:endParaRPr/>
          </a:p>
        </p:txBody>
      </p:sp>
      <p:sp>
        <p:nvSpPr>
          <p:cNvPr id="322" name="Google Shape;322;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KPIs / Objectives">
  <p:cSld name="CUSTOM_5">
    <p:bg>
      <p:bgPr>
        <a:solidFill>
          <a:schemeClr val="dk1"/>
        </a:solidFill>
        <a:effectLst/>
      </p:bgPr>
    </p:bg>
    <p:spTree>
      <p:nvGrpSpPr>
        <p:cNvPr id="1" name="Shape 323"/>
        <p:cNvGrpSpPr/>
        <p:nvPr/>
      </p:nvGrpSpPr>
      <p:grpSpPr>
        <a:xfrm>
          <a:off x="0" y="0"/>
          <a:ext cx="0" cy="0"/>
          <a:chOff x="0" y="0"/>
          <a:chExt cx="0" cy="0"/>
        </a:xfrm>
      </p:grpSpPr>
      <p:sp>
        <p:nvSpPr>
          <p:cNvPr id="324" name="Google Shape;324;p55"/>
          <p:cNvSpPr/>
          <p:nvPr/>
        </p:nvSpPr>
        <p:spPr>
          <a:xfrm rot="-5400000">
            <a:off x="4090300" y="-436575"/>
            <a:ext cx="4099200" cy="6015000"/>
          </a:xfrm>
          <a:prstGeom prst="round2Same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25" name="Google Shape;325;p55"/>
          <p:cNvSpPr txBox="1">
            <a:spLocks noGrp="1"/>
          </p:cNvSpPr>
          <p:nvPr>
            <p:ph type="body" idx="1"/>
          </p:nvPr>
        </p:nvSpPr>
        <p:spPr>
          <a:xfrm>
            <a:off x="3918400" y="3680775"/>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26" name="Google Shape;326;p55"/>
          <p:cNvSpPr txBox="1">
            <a:spLocks noGrp="1"/>
          </p:cNvSpPr>
          <p:nvPr>
            <p:ph type="body" idx="2"/>
          </p:nvPr>
        </p:nvSpPr>
        <p:spPr>
          <a:xfrm>
            <a:off x="3918400" y="37808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27" name="Google Shape;327;p55"/>
          <p:cNvSpPr txBox="1">
            <a:spLocks noGrp="1"/>
          </p:cNvSpPr>
          <p:nvPr>
            <p:ph type="body" idx="3"/>
          </p:nvPr>
        </p:nvSpPr>
        <p:spPr>
          <a:xfrm>
            <a:off x="7044450" y="36805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28" name="Google Shape;328;p55"/>
          <p:cNvSpPr txBox="1">
            <a:spLocks noGrp="1"/>
          </p:cNvSpPr>
          <p:nvPr>
            <p:ph type="body" idx="4"/>
          </p:nvPr>
        </p:nvSpPr>
        <p:spPr>
          <a:xfrm>
            <a:off x="7044450" y="37806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29" name="Google Shape;329;p55"/>
          <p:cNvSpPr>
            <a:spLocks noGrp="1"/>
          </p:cNvSpPr>
          <p:nvPr>
            <p:ph type="pic" idx="5"/>
          </p:nvPr>
        </p:nvSpPr>
        <p:spPr>
          <a:xfrm>
            <a:off x="7049625" y="1588125"/>
            <a:ext cx="1305900" cy="1918500"/>
          </a:xfrm>
          <a:prstGeom prst="roundRect">
            <a:avLst>
              <a:gd name="adj" fmla="val 16667"/>
            </a:avLst>
          </a:prstGeom>
          <a:noFill/>
          <a:ln>
            <a:noFill/>
          </a:ln>
        </p:spPr>
      </p:sp>
      <p:sp>
        <p:nvSpPr>
          <p:cNvPr id="330" name="Google Shape;330;p55"/>
          <p:cNvSpPr>
            <a:spLocks noGrp="1"/>
          </p:cNvSpPr>
          <p:nvPr>
            <p:ph type="pic" idx="6"/>
          </p:nvPr>
        </p:nvSpPr>
        <p:spPr>
          <a:xfrm>
            <a:off x="3915213" y="1588600"/>
            <a:ext cx="1305900" cy="1918500"/>
          </a:xfrm>
          <a:prstGeom prst="roundRect">
            <a:avLst>
              <a:gd name="adj" fmla="val 16667"/>
            </a:avLst>
          </a:prstGeom>
          <a:noFill/>
          <a:ln>
            <a:noFill/>
          </a:ln>
        </p:spPr>
      </p:sp>
      <p:sp>
        <p:nvSpPr>
          <p:cNvPr id="331" name="Google Shape;331;p55"/>
          <p:cNvSpPr>
            <a:spLocks noGrp="1"/>
          </p:cNvSpPr>
          <p:nvPr>
            <p:ph type="pic" idx="7"/>
          </p:nvPr>
        </p:nvSpPr>
        <p:spPr>
          <a:xfrm>
            <a:off x="5490975" y="1588600"/>
            <a:ext cx="1305900" cy="1918500"/>
          </a:xfrm>
          <a:prstGeom prst="roundRect">
            <a:avLst>
              <a:gd name="adj" fmla="val 16667"/>
            </a:avLst>
          </a:prstGeom>
          <a:noFill/>
          <a:ln>
            <a:noFill/>
          </a:ln>
        </p:spPr>
      </p:sp>
      <p:sp>
        <p:nvSpPr>
          <p:cNvPr id="332" name="Google Shape;332;p55"/>
          <p:cNvSpPr txBox="1">
            <a:spLocks noGrp="1"/>
          </p:cNvSpPr>
          <p:nvPr>
            <p:ph type="subTitle" idx="8"/>
          </p:nvPr>
        </p:nvSpPr>
        <p:spPr>
          <a:xfrm>
            <a:off x="3918800" y="10345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333" name="Google Shape;333;p55"/>
          <p:cNvSpPr txBox="1">
            <a:spLocks noGrp="1"/>
          </p:cNvSpPr>
          <p:nvPr>
            <p:ph type="subTitle" idx="9"/>
          </p:nvPr>
        </p:nvSpPr>
        <p:spPr>
          <a:xfrm>
            <a:off x="5484775" y="10345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334" name="Google Shape;334;p55"/>
          <p:cNvSpPr txBox="1">
            <a:spLocks noGrp="1"/>
          </p:cNvSpPr>
          <p:nvPr>
            <p:ph type="subTitle" idx="13"/>
          </p:nvPr>
        </p:nvSpPr>
        <p:spPr>
          <a:xfrm>
            <a:off x="7050750" y="10327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335" name="Google Shape;335;p55"/>
          <p:cNvSpPr txBox="1">
            <a:spLocks noGrp="1"/>
          </p:cNvSpPr>
          <p:nvPr>
            <p:ph type="body" idx="14"/>
          </p:nvPr>
        </p:nvSpPr>
        <p:spPr>
          <a:xfrm>
            <a:off x="507400" y="1828050"/>
            <a:ext cx="2136300" cy="29733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accent2"/>
              </a:buClr>
              <a:buSzPts val="2800"/>
              <a:buChar char="●"/>
              <a:defRPr sz="2800">
                <a:solidFill>
                  <a:schemeClr val="accent2"/>
                </a:solidFill>
              </a:defRPr>
            </a:lvl1pPr>
            <a:lvl2pPr marL="914400" lvl="1" indent="-406400">
              <a:spcBef>
                <a:spcPts val="0"/>
              </a:spcBef>
              <a:spcAft>
                <a:spcPts val="0"/>
              </a:spcAft>
              <a:buClr>
                <a:schemeClr val="accent2"/>
              </a:buClr>
              <a:buSzPts val="2800"/>
              <a:buChar char="○"/>
              <a:defRPr sz="2800">
                <a:solidFill>
                  <a:schemeClr val="accent2"/>
                </a:solidFill>
              </a:defRPr>
            </a:lvl2pPr>
            <a:lvl3pPr marL="1371600" lvl="2" indent="-406400">
              <a:spcBef>
                <a:spcPts val="0"/>
              </a:spcBef>
              <a:spcAft>
                <a:spcPts val="0"/>
              </a:spcAft>
              <a:buClr>
                <a:schemeClr val="accent2"/>
              </a:buClr>
              <a:buSzPts val="2800"/>
              <a:buChar char="■"/>
              <a:defRPr sz="2800">
                <a:solidFill>
                  <a:schemeClr val="accent2"/>
                </a:solidFill>
              </a:defRPr>
            </a:lvl3pPr>
            <a:lvl4pPr marL="1828800" lvl="3" indent="-406400">
              <a:spcBef>
                <a:spcPts val="0"/>
              </a:spcBef>
              <a:spcAft>
                <a:spcPts val="0"/>
              </a:spcAft>
              <a:buClr>
                <a:schemeClr val="accent2"/>
              </a:buClr>
              <a:buSzPts val="2800"/>
              <a:buChar char="●"/>
              <a:defRPr sz="2800">
                <a:solidFill>
                  <a:schemeClr val="accent2"/>
                </a:solidFill>
              </a:defRPr>
            </a:lvl4pPr>
            <a:lvl5pPr marL="2286000" lvl="4" indent="-406400">
              <a:spcBef>
                <a:spcPts val="0"/>
              </a:spcBef>
              <a:spcAft>
                <a:spcPts val="0"/>
              </a:spcAft>
              <a:buClr>
                <a:schemeClr val="accent2"/>
              </a:buClr>
              <a:buSzPts val="2800"/>
              <a:buChar char="○"/>
              <a:defRPr sz="2800">
                <a:solidFill>
                  <a:schemeClr val="accent2"/>
                </a:solidFill>
              </a:defRPr>
            </a:lvl5pPr>
            <a:lvl6pPr marL="2743200" lvl="5" indent="-406400">
              <a:spcBef>
                <a:spcPts val="0"/>
              </a:spcBef>
              <a:spcAft>
                <a:spcPts val="0"/>
              </a:spcAft>
              <a:buClr>
                <a:schemeClr val="accent2"/>
              </a:buClr>
              <a:buSzPts val="2800"/>
              <a:buChar char="■"/>
              <a:defRPr sz="2800">
                <a:solidFill>
                  <a:schemeClr val="accent2"/>
                </a:solidFill>
              </a:defRPr>
            </a:lvl6pPr>
            <a:lvl7pPr marL="3200400" lvl="6" indent="-406400">
              <a:spcBef>
                <a:spcPts val="0"/>
              </a:spcBef>
              <a:spcAft>
                <a:spcPts val="0"/>
              </a:spcAft>
              <a:buClr>
                <a:schemeClr val="accent2"/>
              </a:buClr>
              <a:buSzPts val="2800"/>
              <a:buChar char="●"/>
              <a:defRPr sz="2800">
                <a:solidFill>
                  <a:schemeClr val="accent2"/>
                </a:solidFill>
              </a:defRPr>
            </a:lvl7pPr>
            <a:lvl8pPr marL="3657600" lvl="7" indent="-406400">
              <a:spcBef>
                <a:spcPts val="0"/>
              </a:spcBef>
              <a:spcAft>
                <a:spcPts val="0"/>
              </a:spcAft>
              <a:buClr>
                <a:schemeClr val="accent2"/>
              </a:buClr>
              <a:buSzPts val="2800"/>
              <a:buChar char="○"/>
              <a:defRPr sz="2800">
                <a:solidFill>
                  <a:schemeClr val="accent2"/>
                </a:solidFill>
              </a:defRPr>
            </a:lvl8pPr>
            <a:lvl9pPr marL="4114800" lvl="8" indent="-406400">
              <a:spcBef>
                <a:spcPts val="0"/>
              </a:spcBef>
              <a:spcAft>
                <a:spcPts val="0"/>
              </a:spcAft>
              <a:buClr>
                <a:schemeClr val="accent2"/>
              </a:buClr>
              <a:buSzPts val="2800"/>
              <a:buChar char="■"/>
              <a:defRPr sz="2800">
                <a:solidFill>
                  <a:schemeClr val="accent2"/>
                </a:solidFill>
              </a:defRPr>
            </a:lvl9pPr>
          </a:lstStyle>
          <a:p>
            <a:endParaRPr/>
          </a:p>
        </p:txBody>
      </p:sp>
      <p:sp>
        <p:nvSpPr>
          <p:cNvPr id="336" name="Google Shape;336;p55"/>
          <p:cNvSpPr txBox="1">
            <a:spLocks noGrp="1"/>
          </p:cNvSpPr>
          <p:nvPr>
            <p:ph type="body" idx="15"/>
          </p:nvPr>
        </p:nvSpPr>
        <p:spPr>
          <a:xfrm>
            <a:off x="5481425" y="3680775"/>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37" name="Google Shape;337;p55"/>
          <p:cNvSpPr txBox="1">
            <a:spLocks noGrp="1"/>
          </p:cNvSpPr>
          <p:nvPr>
            <p:ph type="body" idx="16"/>
          </p:nvPr>
        </p:nvSpPr>
        <p:spPr>
          <a:xfrm>
            <a:off x="5481425" y="37808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38" name="Google Shape;338;p55"/>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32">
          <p15:clr>
            <a:srgbClr val="E46962"/>
          </p15:clr>
        </p15:guide>
        <p15:guide id="2" orient="horz" pos="2088">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Action Plan + 5 Images">
  <p:cSld name="CUSTOM_6">
    <p:bg>
      <p:bgPr>
        <a:solidFill>
          <a:schemeClr val="accent6"/>
        </a:solidFill>
        <a:effectLst/>
      </p:bgPr>
    </p:bg>
    <p:spTree>
      <p:nvGrpSpPr>
        <p:cNvPr id="1" name="Shape 339"/>
        <p:cNvGrpSpPr/>
        <p:nvPr/>
      </p:nvGrpSpPr>
      <p:grpSpPr>
        <a:xfrm>
          <a:off x="0" y="0"/>
          <a:ext cx="0" cy="0"/>
          <a:chOff x="0" y="0"/>
          <a:chExt cx="0" cy="0"/>
        </a:xfrm>
      </p:grpSpPr>
      <p:sp>
        <p:nvSpPr>
          <p:cNvPr id="340" name="Google Shape;340;p56"/>
          <p:cNvSpPr txBox="1">
            <a:spLocks noGrp="1"/>
          </p:cNvSpPr>
          <p:nvPr>
            <p:ph type="body" idx="1"/>
          </p:nvPr>
        </p:nvSpPr>
        <p:spPr>
          <a:xfrm>
            <a:off x="7911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41" name="Google Shape;341;p56"/>
          <p:cNvSpPr txBox="1">
            <a:spLocks noGrp="1"/>
          </p:cNvSpPr>
          <p:nvPr>
            <p:ph type="body" idx="2"/>
          </p:nvPr>
        </p:nvSpPr>
        <p:spPr>
          <a:xfrm>
            <a:off x="7911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cxnSp>
        <p:nvCxnSpPr>
          <p:cNvPr id="342" name="Google Shape;342;p56"/>
          <p:cNvCxnSpPr/>
          <p:nvPr/>
        </p:nvCxnSpPr>
        <p:spPr>
          <a:xfrm rot="10800000">
            <a:off x="827250" y="1481375"/>
            <a:ext cx="7489500" cy="0"/>
          </a:xfrm>
          <a:prstGeom prst="straightConnector1">
            <a:avLst/>
          </a:prstGeom>
          <a:noFill/>
          <a:ln w="19050" cap="flat" cmpd="sng">
            <a:solidFill>
              <a:schemeClr val="accent2"/>
            </a:solidFill>
            <a:prstDash val="solid"/>
            <a:round/>
            <a:headEnd type="none" w="med" len="med"/>
            <a:tailEnd type="none" w="med" len="med"/>
          </a:ln>
        </p:spPr>
      </p:cxnSp>
      <p:sp>
        <p:nvSpPr>
          <p:cNvPr id="343" name="Google Shape;343;p56"/>
          <p:cNvSpPr>
            <a:spLocks noGrp="1"/>
          </p:cNvSpPr>
          <p:nvPr>
            <p:ph type="pic" idx="3"/>
          </p:nvPr>
        </p:nvSpPr>
        <p:spPr>
          <a:xfrm>
            <a:off x="7049625" y="523025"/>
            <a:ext cx="1305900" cy="1918500"/>
          </a:xfrm>
          <a:prstGeom prst="roundRect">
            <a:avLst>
              <a:gd name="adj" fmla="val 16667"/>
            </a:avLst>
          </a:prstGeom>
          <a:noFill/>
          <a:ln>
            <a:noFill/>
          </a:ln>
        </p:spPr>
      </p:sp>
      <p:sp>
        <p:nvSpPr>
          <p:cNvPr id="344" name="Google Shape;344;p56"/>
          <p:cNvSpPr>
            <a:spLocks noGrp="1"/>
          </p:cNvSpPr>
          <p:nvPr>
            <p:ph type="pic" idx="4"/>
          </p:nvPr>
        </p:nvSpPr>
        <p:spPr>
          <a:xfrm>
            <a:off x="784775" y="522100"/>
            <a:ext cx="1305900" cy="1918500"/>
          </a:xfrm>
          <a:prstGeom prst="roundRect">
            <a:avLst>
              <a:gd name="adj" fmla="val 16667"/>
            </a:avLst>
          </a:prstGeom>
          <a:noFill/>
          <a:ln>
            <a:noFill/>
          </a:ln>
        </p:spPr>
      </p:sp>
      <p:sp>
        <p:nvSpPr>
          <p:cNvPr id="345" name="Google Shape;345;p56"/>
          <p:cNvSpPr>
            <a:spLocks noGrp="1"/>
          </p:cNvSpPr>
          <p:nvPr>
            <p:ph type="pic" idx="5"/>
          </p:nvPr>
        </p:nvSpPr>
        <p:spPr>
          <a:xfrm>
            <a:off x="2343950" y="523500"/>
            <a:ext cx="1305900" cy="1918500"/>
          </a:xfrm>
          <a:prstGeom prst="roundRect">
            <a:avLst>
              <a:gd name="adj" fmla="val 16667"/>
            </a:avLst>
          </a:prstGeom>
          <a:noFill/>
          <a:ln>
            <a:noFill/>
          </a:ln>
        </p:spPr>
      </p:sp>
      <p:sp>
        <p:nvSpPr>
          <p:cNvPr id="346" name="Google Shape;346;p56"/>
          <p:cNvSpPr>
            <a:spLocks noGrp="1"/>
          </p:cNvSpPr>
          <p:nvPr>
            <p:ph type="pic" idx="6"/>
          </p:nvPr>
        </p:nvSpPr>
        <p:spPr>
          <a:xfrm>
            <a:off x="3915213" y="523500"/>
            <a:ext cx="1305900" cy="1918500"/>
          </a:xfrm>
          <a:prstGeom prst="roundRect">
            <a:avLst>
              <a:gd name="adj" fmla="val 16667"/>
            </a:avLst>
          </a:prstGeom>
          <a:noFill/>
          <a:ln>
            <a:noFill/>
          </a:ln>
        </p:spPr>
      </p:sp>
      <p:sp>
        <p:nvSpPr>
          <p:cNvPr id="347" name="Google Shape;347;p56"/>
          <p:cNvSpPr>
            <a:spLocks noGrp="1"/>
          </p:cNvSpPr>
          <p:nvPr>
            <p:ph type="pic" idx="7"/>
          </p:nvPr>
        </p:nvSpPr>
        <p:spPr>
          <a:xfrm>
            <a:off x="5490975" y="523500"/>
            <a:ext cx="1305900" cy="1918500"/>
          </a:xfrm>
          <a:prstGeom prst="roundRect">
            <a:avLst>
              <a:gd name="adj" fmla="val 16667"/>
            </a:avLst>
          </a:prstGeom>
          <a:noFill/>
          <a:ln>
            <a:noFill/>
          </a:ln>
        </p:spPr>
      </p:sp>
      <p:sp>
        <p:nvSpPr>
          <p:cNvPr id="348" name="Google Shape;348;p56"/>
          <p:cNvSpPr txBox="1">
            <a:spLocks noGrp="1"/>
          </p:cNvSpPr>
          <p:nvPr>
            <p:ph type="body" idx="8"/>
          </p:nvPr>
        </p:nvSpPr>
        <p:spPr>
          <a:xfrm>
            <a:off x="5481425" y="4112700"/>
            <a:ext cx="28776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49" name="Google Shape;349;p56"/>
          <p:cNvSpPr txBox="1">
            <a:spLocks noGrp="1"/>
          </p:cNvSpPr>
          <p:nvPr>
            <p:ph type="subTitle" idx="9"/>
          </p:nvPr>
        </p:nvSpPr>
        <p:spPr>
          <a:xfrm>
            <a:off x="5481425" y="3897300"/>
            <a:ext cx="2877600" cy="2154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a:endParaRPr/>
          </a:p>
        </p:txBody>
      </p:sp>
      <p:sp>
        <p:nvSpPr>
          <p:cNvPr id="350" name="Google Shape;350;p56"/>
          <p:cNvSpPr txBox="1">
            <a:spLocks noGrp="1"/>
          </p:cNvSpPr>
          <p:nvPr>
            <p:ph type="body" idx="13"/>
          </p:nvPr>
        </p:nvSpPr>
        <p:spPr>
          <a:xfrm>
            <a:off x="23495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51" name="Google Shape;351;p56"/>
          <p:cNvSpPr txBox="1">
            <a:spLocks noGrp="1"/>
          </p:cNvSpPr>
          <p:nvPr>
            <p:ph type="body" idx="14"/>
          </p:nvPr>
        </p:nvSpPr>
        <p:spPr>
          <a:xfrm>
            <a:off x="234950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52" name="Google Shape;352;p56"/>
          <p:cNvSpPr txBox="1">
            <a:spLocks noGrp="1"/>
          </p:cNvSpPr>
          <p:nvPr>
            <p:ph type="body" idx="15"/>
          </p:nvPr>
        </p:nvSpPr>
        <p:spPr>
          <a:xfrm>
            <a:off x="39078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53" name="Google Shape;353;p56"/>
          <p:cNvSpPr txBox="1">
            <a:spLocks noGrp="1"/>
          </p:cNvSpPr>
          <p:nvPr>
            <p:ph type="body" idx="16"/>
          </p:nvPr>
        </p:nvSpPr>
        <p:spPr>
          <a:xfrm>
            <a:off x="39078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54" name="Google Shape;354;p56"/>
          <p:cNvSpPr txBox="1">
            <a:spLocks noGrp="1"/>
          </p:cNvSpPr>
          <p:nvPr>
            <p:ph type="body" idx="17"/>
          </p:nvPr>
        </p:nvSpPr>
        <p:spPr>
          <a:xfrm>
            <a:off x="5496525"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55" name="Google Shape;355;p56"/>
          <p:cNvSpPr txBox="1">
            <a:spLocks noGrp="1"/>
          </p:cNvSpPr>
          <p:nvPr>
            <p:ph type="body" idx="18"/>
          </p:nvPr>
        </p:nvSpPr>
        <p:spPr>
          <a:xfrm>
            <a:off x="5496525"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56" name="Google Shape;356;p56"/>
          <p:cNvSpPr txBox="1">
            <a:spLocks noGrp="1"/>
          </p:cNvSpPr>
          <p:nvPr>
            <p:ph type="body" idx="19"/>
          </p:nvPr>
        </p:nvSpPr>
        <p:spPr>
          <a:xfrm>
            <a:off x="70852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57" name="Google Shape;357;p56"/>
          <p:cNvSpPr txBox="1">
            <a:spLocks noGrp="1"/>
          </p:cNvSpPr>
          <p:nvPr>
            <p:ph type="body" idx="20"/>
          </p:nvPr>
        </p:nvSpPr>
        <p:spPr>
          <a:xfrm>
            <a:off x="708520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58" name="Google Shape;358;p56"/>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meline Graphic">
  <p:cSld name="CUSTOM_9">
    <p:bg>
      <p:bgPr>
        <a:solidFill>
          <a:schemeClr val="dk1"/>
        </a:solidFill>
        <a:effectLst/>
      </p:bgPr>
    </p:bg>
    <p:spTree>
      <p:nvGrpSpPr>
        <p:cNvPr id="1" name="Shape 359"/>
        <p:cNvGrpSpPr/>
        <p:nvPr/>
      </p:nvGrpSpPr>
      <p:grpSpPr>
        <a:xfrm>
          <a:off x="0" y="0"/>
          <a:ext cx="0" cy="0"/>
          <a:chOff x="0" y="0"/>
          <a:chExt cx="0" cy="0"/>
        </a:xfrm>
      </p:grpSpPr>
      <p:sp>
        <p:nvSpPr>
          <p:cNvPr id="360" name="Google Shape;360;p57"/>
          <p:cNvSpPr txBox="1">
            <a:spLocks noGrp="1"/>
          </p:cNvSpPr>
          <p:nvPr>
            <p:ph type="body" idx="1"/>
          </p:nvPr>
        </p:nvSpPr>
        <p:spPr>
          <a:xfrm>
            <a:off x="3133000" y="514275"/>
            <a:ext cx="38907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61" name="Google Shape;361;p57"/>
          <p:cNvSpPr txBox="1">
            <a:spLocks noGrp="1"/>
          </p:cNvSpPr>
          <p:nvPr>
            <p:ph type="body" idx="2"/>
          </p:nvPr>
        </p:nvSpPr>
        <p:spPr>
          <a:xfrm>
            <a:off x="657679" y="436194"/>
            <a:ext cx="2278800" cy="1985100"/>
          </a:xfrm>
          <a:prstGeom prst="rect">
            <a:avLst/>
          </a:prstGeom>
        </p:spPr>
        <p:txBody>
          <a:bodyPr spcFirstLastPara="1" wrap="square" lIns="91425" tIns="91425" rIns="91425" bIns="91425" anchor="t" anchorCtr="0">
            <a:noAutofit/>
          </a:bodyPr>
          <a:lstStyle>
            <a:lvl1pPr marL="457200" lvl="0" indent="-406400">
              <a:lnSpc>
                <a:spcPct val="80000"/>
              </a:lnSpc>
              <a:spcBef>
                <a:spcPts val="0"/>
              </a:spcBef>
              <a:spcAft>
                <a:spcPts val="0"/>
              </a:spcAft>
              <a:buClr>
                <a:schemeClr val="accent2"/>
              </a:buClr>
              <a:buSzPts val="2800"/>
              <a:buChar char="●"/>
              <a:defRPr sz="2800">
                <a:solidFill>
                  <a:schemeClr val="accent2"/>
                </a:solidFill>
              </a:defRPr>
            </a:lvl1pPr>
            <a:lvl2pPr marL="914400" lvl="1" indent="-406400">
              <a:lnSpc>
                <a:spcPct val="80000"/>
              </a:lnSpc>
              <a:spcBef>
                <a:spcPts val="0"/>
              </a:spcBef>
              <a:spcAft>
                <a:spcPts val="0"/>
              </a:spcAft>
              <a:buClr>
                <a:schemeClr val="accent2"/>
              </a:buClr>
              <a:buSzPts val="2800"/>
              <a:buChar char="○"/>
              <a:defRPr sz="2800">
                <a:solidFill>
                  <a:schemeClr val="accent2"/>
                </a:solidFill>
              </a:defRPr>
            </a:lvl2pPr>
            <a:lvl3pPr marL="1371600" lvl="2" indent="-406400">
              <a:lnSpc>
                <a:spcPct val="80000"/>
              </a:lnSpc>
              <a:spcBef>
                <a:spcPts val="0"/>
              </a:spcBef>
              <a:spcAft>
                <a:spcPts val="0"/>
              </a:spcAft>
              <a:buClr>
                <a:schemeClr val="accent2"/>
              </a:buClr>
              <a:buSzPts val="2800"/>
              <a:buChar char="■"/>
              <a:defRPr sz="2800">
                <a:solidFill>
                  <a:schemeClr val="accent2"/>
                </a:solidFill>
              </a:defRPr>
            </a:lvl3pPr>
            <a:lvl4pPr marL="1828800" lvl="3" indent="-406400">
              <a:lnSpc>
                <a:spcPct val="80000"/>
              </a:lnSpc>
              <a:spcBef>
                <a:spcPts val="0"/>
              </a:spcBef>
              <a:spcAft>
                <a:spcPts val="0"/>
              </a:spcAft>
              <a:buClr>
                <a:schemeClr val="accent2"/>
              </a:buClr>
              <a:buSzPts val="2800"/>
              <a:buChar char="●"/>
              <a:defRPr sz="2800">
                <a:solidFill>
                  <a:schemeClr val="accent2"/>
                </a:solidFill>
              </a:defRPr>
            </a:lvl4pPr>
            <a:lvl5pPr marL="2286000" lvl="4" indent="-406400">
              <a:lnSpc>
                <a:spcPct val="80000"/>
              </a:lnSpc>
              <a:spcBef>
                <a:spcPts val="0"/>
              </a:spcBef>
              <a:spcAft>
                <a:spcPts val="0"/>
              </a:spcAft>
              <a:buClr>
                <a:schemeClr val="accent2"/>
              </a:buClr>
              <a:buSzPts val="2800"/>
              <a:buChar char="○"/>
              <a:defRPr sz="2800">
                <a:solidFill>
                  <a:schemeClr val="accent2"/>
                </a:solidFill>
              </a:defRPr>
            </a:lvl5pPr>
            <a:lvl6pPr marL="2743200" lvl="5" indent="-406400">
              <a:lnSpc>
                <a:spcPct val="80000"/>
              </a:lnSpc>
              <a:spcBef>
                <a:spcPts val="0"/>
              </a:spcBef>
              <a:spcAft>
                <a:spcPts val="0"/>
              </a:spcAft>
              <a:buClr>
                <a:schemeClr val="accent2"/>
              </a:buClr>
              <a:buSzPts val="2800"/>
              <a:buChar char="■"/>
              <a:defRPr sz="2800">
                <a:solidFill>
                  <a:schemeClr val="accent2"/>
                </a:solidFill>
              </a:defRPr>
            </a:lvl6pPr>
            <a:lvl7pPr marL="3200400" lvl="6" indent="-406400">
              <a:lnSpc>
                <a:spcPct val="80000"/>
              </a:lnSpc>
              <a:spcBef>
                <a:spcPts val="0"/>
              </a:spcBef>
              <a:spcAft>
                <a:spcPts val="0"/>
              </a:spcAft>
              <a:buClr>
                <a:schemeClr val="accent2"/>
              </a:buClr>
              <a:buSzPts val="2800"/>
              <a:buChar char="●"/>
              <a:defRPr sz="2800">
                <a:solidFill>
                  <a:schemeClr val="accent2"/>
                </a:solidFill>
              </a:defRPr>
            </a:lvl7pPr>
            <a:lvl8pPr marL="3657600" lvl="7" indent="-406400">
              <a:lnSpc>
                <a:spcPct val="80000"/>
              </a:lnSpc>
              <a:spcBef>
                <a:spcPts val="0"/>
              </a:spcBef>
              <a:spcAft>
                <a:spcPts val="0"/>
              </a:spcAft>
              <a:buClr>
                <a:schemeClr val="accent2"/>
              </a:buClr>
              <a:buSzPts val="2800"/>
              <a:buChar char="○"/>
              <a:defRPr sz="2800">
                <a:solidFill>
                  <a:schemeClr val="accent2"/>
                </a:solidFill>
              </a:defRPr>
            </a:lvl8pPr>
            <a:lvl9pPr marL="4114800" lvl="8" indent="-406400">
              <a:lnSpc>
                <a:spcPct val="80000"/>
              </a:lnSpc>
              <a:spcBef>
                <a:spcPts val="0"/>
              </a:spcBef>
              <a:spcAft>
                <a:spcPts val="0"/>
              </a:spcAft>
              <a:buClr>
                <a:schemeClr val="accent2"/>
              </a:buClr>
              <a:buSzPts val="2800"/>
              <a:buChar char="■"/>
              <a:defRPr sz="2800">
                <a:solidFill>
                  <a:schemeClr val="accent2"/>
                </a:solidFill>
              </a:defRPr>
            </a:lvl9pPr>
          </a:lstStyle>
          <a:p>
            <a:endParaRPr/>
          </a:p>
        </p:txBody>
      </p:sp>
      <p:sp>
        <p:nvSpPr>
          <p:cNvPr id="362" name="Google Shape;362;p5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94">
          <p15:clr>
            <a:srgbClr val="E46962"/>
          </p15:clr>
        </p15:guide>
        <p15:guide id="2" orient="horz" pos="504">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Revenue / Graphic">
  <p:cSld name="CUSTOM_12">
    <p:bg>
      <p:bgPr>
        <a:solidFill>
          <a:schemeClr val="dk1"/>
        </a:solidFill>
        <a:effectLst/>
      </p:bgPr>
    </p:bg>
    <p:spTree>
      <p:nvGrpSpPr>
        <p:cNvPr id="1" name="Shape 363"/>
        <p:cNvGrpSpPr/>
        <p:nvPr/>
      </p:nvGrpSpPr>
      <p:grpSpPr>
        <a:xfrm>
          <a:off x="0" y="0"/>
          <a:ext cx="0" cy="0"/>
          <a:chOff x="0" y="0"/>
          <a:chExt cx="0" cy="0"/>
        </a:xfrm>
      </p:grpSpPr>
      <p:sp>
        <p:nvSpPr>
          <p:cNvPr id="364" name="Google Shape;364;p58"/>
          <p:cNvSpPr txBox="1">
            <a:spLocks noGrp="1"/>
          </p:cNvSpPr>
          <p:nvPr>
            <p:ph type="body" idx="1"/>
          </p:nvPr>
        </p:nvSpPr>
        <p:spPr>
          <a:xfrm>
            <a:off x="569725" y="3435300"/>
            <a:ext cx="2884200" cy="1185300"/>
          </a:xfrm>
          <a:prstGeom prst="rect">
            <a:avLst/>
          </a:prstGeom>
        </p:spPr>
        <p:txBody>
          <a:bodyPr spcFirstLastPara="1" wrap="square" lIns="0" tIns="0" rIns="0" bIns="0" anchor="b"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65" name="Google Shape;365;p58"/>
          <p:cNvSpPr txBox="1">
            <a:spLocks noGrp="1"/>
          </p:cNvSpPr>
          <p:nvPr>
            <p:ph type="subTitle" idx="2"/>
          </p:nvPr>
        </p:nvSpPr>
        <p:spPr>
          <a:xfrm>
            <a:off x="466802" y="445100"/>
            <a:ext cx="2403600" cy="537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a:endParaRPr/>
          </a:p>
        </p:txBody>
      </p:sp>
      <p:sp>
        <p:nvSpPr>
          <p:cNvPr id="366" name="Google Shape;366;p58"/>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31">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theme" Target="../theme/theme2.xml"/><Relationship Id="rId20" Type="http://schemas.openxmlformats.org/officeDocument/2006/relationships/slideLayout" Target="../slideLayouts/slideLayout31.xml"/><Relationship Id="rId41"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9950" y="300125"/>
            <a:ext cx="8353800" cy="838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a:endParaRPr/>
          </a:p>
        </p:txBody>
      </p:sp>
      <p:sp>
        <p:nvSpPr>
          <p:cNvPr id="52" name="Google Shape;52;p13"/>
          <p:cNvSpPr txBox="1">
            <a:spLocks noGrp="1"/>
          </p:cNvSpPr>
          <p:nvPr>
            <p:ph type="body" idx="1"/>
          </p:nvPr>
        </p:nvSpPr>
        <p:spPr>
          <a:xfrm>
            <a:off x="536575" y="2676025"/>
            <a:ext cx="5275500" cy="2201100"/>
          </a:xfrm>
          <a:prstGeom prst="rect">
            <a:avLst/>
          </a:prstGeom>
          <a:noFill/>
          <a:ln>
            <a:noFill/>
          </a:ln>
        </p:spPr>
        <p:txBody>
          <a:bodyPr spcFirstLastPara="1" wrap="square" lIns="91425" tIns="91425" rIns="91425" bIns="91425" anchor="t" anchorCtr="0">
            <a:noAutofit/>
          </a:bodyPr>
          <a:lstStyle>
            <a:lvl1pPr marL="457200" lvl="0" indent="-32385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marL="914400" lvl="1" indent="-3175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marL="1371600" lvl="2" indent="-31115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marL="1828800" lvl="3" indent="-304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marL="2286000" lvl="4" indent="-29845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marL="2743200" lvl="5" indent="-2921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marL="3200400" lvl="6" indent="-28575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marL="3657600" lvl="7" indent="-2794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marL="4114800" lvl="8" indent="-27305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a:endParaRPr/>
          </a:p>
        </p:txBody>
      </p:sp>
      <p:sp>
        <p:nvSpPr>
          <p:cNvPr id="53" name="Google Shape;53;p1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3" Type="http://schemas.openxmlformats.org/officeDocument/2006/relationships/hyperlink" Target="https://usapickleball.org/" TargetMode="External"/><Relationship Id="rId2" Type="http://schemas.openxmlformats.org/officeDocument/2006/relationships/notesSlide" Target="../notesSlides/notesSlide3.xml"/><Relationship Id="rId1" Type="http://schemas.openxmlformats.org/officeDocument/2006/relationships/slideLayout" Target="../slideLayouts/slideLayout40.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0.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0.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70"/>
        <p:cNvGrpSpPr/>
        <p:nvPr/>
      </p:nvGrpSpPr>
      <p:grpSpPr>
        <a:xfrm>
          <a:off x="0" y="0"/>
          <a:ext cx="0" cy="0"/>
          <a:chOff x="0" y="0"/>
          <a:chExt cx="0" cy="0"/>
        </a:xfrm>
      </p:grpSpPr>
      <p:sp>
        <p:nvSpPr>
          <p:cNvPr id="371" name="Google Shape;371;p59"/>
          <p:cNvSpPr txBox="1">
            <a:spLocks noGrp="1"/>
          </p:cNvSpPr>
          <p:nvPr>
            <p:ph type="subTitle" idx="2"/>
          </p:nvPr>
        </p:nvSpPr>
        <p:spPr>
          <a:xfrm>
            <a:off x="2676125" y="3141150"/>
            <a:ext cx="3765600" cy="1388100"/>
          </a:xfrm>
          <a:prstGeom prst="rect">
            <a:avLst/>
          </a:prstGeom>
        </p:spPr>
        <p:txBody>
          <a:bodyPr spcFirstLastPara="1" wrap="square" lIns="91425" tIns="91425" rIns="91425" bIns="91425" anchor="t" anchorCtr="0">
            <a:noAutofit/>
          </a:bodyPr>
          <a:lstStyle/>
          <a:p>
            <a:r>
              <a:rPr lang="en-US" dirty="0">
                <a:solidFill>
                  <a:schemeClr val="bg1"/>
                </a:solidFill>
                <a:latin typeface="+mj-lt"/>
              </a:rPr>
              <a:t>Daniel Padilla</a:t>
            </a:r>
          </a:p>
          <a:p>
            <a:r>
              <a:rPr lang="en-US" dirty="0" err="1">
                <a:solidFill>
                  <a:schemeClr val="bg1"/>
                </a:solidFill>
                <a:latin typeface="+mj-lt"/>
              </a:rPr>
              <a:t>Prabhjyot</a:t>
            </a:r>
            <a:r>
              <a:rPr lang="en-US" dirty="0">
                <a:solidFill>
                  <a:schemeClr val="bg1"/>
                </a:solidFill>
                <a:latin typeface="+mj-lt"/>
              </a:rPr>
              <a:t> Grewal</a:t>
            </a:r>
          </a:p>
          <a:p>
            <a:r>
              <a:rPr lang="en-US" dirty="0" err="1">
                <a:solidFill>
                  <a:schemeClr val="bg1"/>
                </a:solidFill>
                <a:latin typeface="+mj-lt"/>
              </a:rPr>
              <a:t>Shrusthi</a:t>
            </a:r>
            <a:r>
              <a:rPr lang="en-US" dirty="0">
                <a:solidFill>
                  <a:schemeClr val="bg1"/>
                </a:solidFill>
                <a:latin typeface="+mj-lt"/>
              </a:rPr>
              <a:t> HC</a:t>
            </a:r>
          </a:p>
          <a:p>
            <a:br>
              <a:rPr lang="en-US" dirty="0"/>
            </a:br>
            <a:endParaRPr dirty="0">
              <a:solidFill>
                <a:srgbClr val="000000"/>
              </a:solidFill>
              <a:latin typeface="Arial"/>
              <a:ea typeface="Arial"/>
              <a:cs typeface="Arial"/>
              <a:sym typeface="Arial"/>
            </a:endParaRPr>
          </a:p>
        </p:txBody>
      </p:sp>
      <p:pic>
        <p:nvPicPr>
          <p:cNvPr id="372" name="Google Shape;372;p59"/>
          <p:cNvPicPr preferRelativeResize="0"/>
          <p:nvPr/>
        </p:nvPicPr>
        <p:blipFill>
          <a:blip r:embed="rId3">
            <a:alphaModFix/>
          </a:blip>
          <a:stretch>
            <a:fillRect/>
          </a:stretch>
        </p:blipFill>
        <p:spPr>
          <a:xfrm>
            <a:off x="7292850" y="228150"/>
            <a:ext cx="1664338" cy="726550"/>
          </a:xfrm>
          <a:prstGeom prst="rect">
            <a:avLst/>
          </a:prstGeom>
          <a:noFill/>
          <a:ln>
            <a:noFill/>
          </a:ln>
        </p:spPr>
      </p:pic>
      <p:pic>
        <p:nvPicPr>
          <p:cNvPr id="373" name="Google Shape;373;p59"/>
          <p:cNvPicPr preferRelativeResize="0"/>
          <p:nvPr/>
        </p:nvPicPr>
        <p:blipFill>
          <a:blip r:embed="rId4">
            <a:alphaModFix/>
          </a:blip>
          <a:stretch>
            <a:fillRect/>
          </a:stretch>
        </p:blipFill>
        <p:spPr>
          <a:xfrm>
            <a:off x="2205725" y="785675"/>
            <a:ext cx="4706400" cy="2133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60"/>
          <p:cNvSpPr txBox="1">
            <a:spLocks noGrp="1"/>
          </p:cNvSpPr>
          <p:nvPr>
            <p:ph type="body" idx="5"/>
          </p:nvPr>
        </p:nvSpPr>
        <p:spPr>
          <a:xfrm>
            <a:off x="424675" y="352550"/>
            <a:ext cx="7763400" cy="6294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Clr>
                <a:schemeClr val="lt1"/>
              </a:buClr>
              <a:buSzPts val="1100"/>
              <a:buFont typeface="Arial"/>
              <a:buNone/>
            </a:pPr>
            <a:r>
              <a:rPr lang="en">
                <a:latin typeface="Arial"/>
                <a:ea typeface="Arial"/>
                <a:cs typeface="Arial"/>
                <a:sym typeface="Arial"/>
              </a:rPr>
              <a:t>As tech giants like </a:t>
            </a:r>
            <a:r>
              <a:rPr lang="en" b="1">
                <a:latin typeface="Arial"/>
                <a:ea typeface="Arial"/>
                <a:cs typeface="Arial"/>
                <a:sym typeface="Arial"/>
              </a:rPr>
              <a:t>Tesla</a:t>
            </a:r>
            <a:r>
              <a:rPr lang="en">
                <a:latin typeface="Arial"/>
                <a:ea typeface="Arial"/>
                <a:cs typeface="Arial"/>
                <a:sym typeface="Arial"/>
              </a:rPr>
              <a:t> and </a:t>
            </a:r>
            <a:r>
              <a:rPr lang="en" b="1">
                <a:latin typeface="Arial"/>
                <a:ea typeface="Arial"/>
                <a:cs typeface="Arial"/>
                <a:sym typeface="Arial"/>
              </a:rPr>
              <a:t>X (formerly Twitter)</a:t>
            </a:r>
            <a:r>
              <a:rPr lang="en">
                <a:latin typeface="Arial"/>
                <a:ea typeface="Arial"/>
                <a:cs typeface="Arial"/>
                <a:sym typeface="Arial"/>
              </a:rPr>
              <a:t> exit California for </a:t>
            </a:r>
            <a:r>
              <a:rPr lang="en" b="1">
                <a:latin typeface="Arial"/>
                <a:ea typeface="Arial"/>
                <a:cs typeface="Arial"/>
                <a:sym typeface="Arial"/>
              </a:rPr>
              <a:t>lower taxes</a:t>
            </a:r>
            <a:r>
              <a:rPr lang="en">
                <a:latin typeface="Arial"/>
                <a:ea typeface="Arial"/>
                <a:cs typeface="Arial"/>
                <a:sym typeface="Arial"/>
              </a:rPr>
              <a:t>, </a:t>
            </a:r>
            <a:r>
              <a:rPr lang="en" b="1">
                <a:latin typeface="Arial"/>
                <a:ea typeface="Arial"/>
                <a:cs typeface="Arial"/>
                <a:sym typeface="Arial"/>
              </a:rPr>
              <a:t>cheaper rents</a:t>
            </a:r>
            <a:r>
              <a:rPr lang="en">
                <a:latin typeface="Arial"/>
                <a:ea typeface="Arial"/>
                <a:cs typeface="Arial"/>
                <a:sym typeface="Arial"/>
              </a:rPr>
              <a:t>, and </a:t>
            </a:r>
            <a:r>
              <a:rPr lang="en" b="1">
                <a:latin typeface="Arial"/>
                <a:ea typeface="Arial"/>
                <a:cs typeface="Arial"/>
                <a:sym typeface="Arial"/>
              </a:rPr>
              <a:t>reduced political friction</a:t>
            </a:r>
            <a:r>
              <a:rPr lang="en">
                <a:latin typeface="Arial"/>
                <a:ea typeface="Arial"/>
                <a:cs typeface="Arial"/>
                <a:sym typeface="Arial"/>
              </a:rPr>
              <a:t>,</a:t>
            </a:r>
            <a:br>
              <a:rPr lang="en">
                <a:latin typeface="Arial"/>
                <a:ea typeface="Arial"/>
                <a:cs typeface="Arial"/>
                <a:sym typeface="Arial"/>
              </a:rPr>
            </a:br>
            <a:r>
              <a:rPr lang="en" b="1">
                <a:latin typeface="Arial"/>
                <a:ea typeface="Arial"/>
                <a:cs typeface="Arial"/>
                <a:sym typeface="Arial"/>
              </a:rPr>
              <a:t>Meta now faces similar challenges</a:t>
            </a:r>
            <a:r>
              <a:rPr lang="en">
                <a:latin typeface="Arial"/>
                <a:ea typeface="Arial"/>
                <a:cs typeface="Arial"/>
                <a:sym typeface="Arial"/>
              </a:rPr>
              <a:t> — from rising operational costs to increasing public backlash.</a:t>
            </a:r>
            <a:endParaRPr>
              <a:latin typeface="Arial"/>
              <a:ea typeface="Arial"/>
              <a:cs typeface="Arial"/>
              <a:sym typeface="Arial"/>
            </a:endParaRPr>
          </a:p>
          <a:p>
            <a:pPr marL="381000" marR="381000" lvl="0" indent="0" algn="l" rtl="0">
              <a:lnSpc>
                <a:spcPct val="115000"/>
              </a:lnSpc>
              <a:spcBef>
                <a:spcPts val="1200"/>
              </a:spcBef>
              <a:spcAft>
                <a:spcPts val="0"/>
              </a:spcAft>
              <a:buClr>
                <a:schemeClr val="lt1"/>
              </a:buClr>
              <a:buSzPts val="1100"/>
              <a:buFont typeface="Arial"/>
              <a:buNone/>
            </a:pPr>
            <a:r>
              <a:rPr lang="en">
                <a:latin typeface="Arial"/>
                <a:ea typeface="Arial"/>
                <a:cs typeface="Arial"/>
                <a:sym typeface="Arial"/>
              </a:rPr>
              <a:t>Our goal:</a:t>
            </a:r>
            <a:br>
              <a:rPr lang="en">
                <a:latin typeface="Arial"/>
                <a:ea typeface="Arial"/>
                <a:cs typeface="Arial"/>
                <a:sym typeface="Arial"/>
              </a:rPr>
            </a:br>
            <a:r>
              <a:rPr lang="en">
                <a:latin typeface="Arial"/>
                <a:ea typeface="Arial"/>
                <a:cs typeface="Arial"/>
                <a:sym typeface="Arial"/>
              </a:rPr>
              <a:t>Identify the </a:t>
            </a:r>
            <a:r>
              <a:rPr lang="en" b="1">
                <a:latin typeface="Arial"/>
                <a:ea typeface="Arial"/>
                <a:cs typeface="Arial"/>
                <a:sym typeface="Arial"/>
              </a:rPr>
              <a:t>best relocation options</a:t>
            </a:r>
            <a:r>
              <a:rPr lang="en">
                <a:latin typeface="Arial"/>
                <a:ea typeface="Arial"/>
                <a:cs typeface="Arial"/>
                <a:sym typeface="Arial"/>
              </a:rPr>
              <a:t> for Meta (or a comparable tech firm) by analyzing:</a:t>
            </a:r>
            <a:endParaRPr>
              <a:latin typeface="Arial"/>
              <a:ea typeface="Arial"/>
              <a:cs typeface="Arial"/>
              <a:sym typeface="Arial"/>
            </a:endParaRPr>
          </a:p>
          <a:p>
            <a:pPr marL="0" lvl="0" indent="0" algn="l" rtl="0">
              <a:spcBef>
                <a:spcPts val="1200"/>
              </a:spcBef>
              <a:spcAft>
                <a:spcPts val="0"/>
              </a:spcAft>
              <a:buNone/>
            </a:pPr>
            <a:endParaRPr/>
          </a:p>
        </p:txBody>
      </p:sp>
      <p:sp>
        <p:nvSpPr>
          <p:cNvPr id="379" name="Google Shape;379;p60"/>
          <p:cNvSpPr txBox="1">
            <a:spLocks noGrp="1"/>
          </p:cNvSpPr>
          <p:nvPr>
            <p:ph type="title"/>
          </p:nvPr>
        </p:nvSpPr>
        <p:spPr>
          <a:xfrm>
            <a:off x="702825" y="1728137"/>
            <a:ext cx="2038800" cy="37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Location</a:t>
            </a:r>
            <a:endParaRPr/>
          </a:p>
        </p:txBody>
      </p:sp>
      <p:sp>
        <p:nvSpPr>
          <p:cNvPr id="380" name="Google Shape;380;p60"/>
          <p:cNvSpPr txBox="1">
            <a:spLocks noGrp="1"/>
          </p:cNvSpPr>
          <p:nvPr>
            <p:ph type="title" idx="2"/>
          </p:nvPr>
        </p:nvSpPr>
        <p:spPr>
          <a:xfrm>
            <a:off x="702825" y="2527288"/>
            <a:ext cx="2038800" cy="38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Office Space Size</a:t>
            </a:r>
            <a:endParaRPr/>
          </a:p>
        </p:txBody>
      </p:sp>
      <p:sp>
        <p:nvSpPr>
          <p:cNvPr id="381" name="Google Shape;381;p60"/>
          <p:cNvSpPr txBox="1">
            <a:spLocks noGrp="1"/>
          </p:cNvSpPr>
          <p:nvPr>
            <p:ph type="title" idx="3"/>
          </p:nvPr>
        </p:nvSpPr>
        <p:spPr>
          <a:xfrm>
            <a:off x="702825" y="3346491"/>
            <a:ext cx="2038800" cy="38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Urban Area</a:t>
            </a:r>
            <a:endParaRPr/>
          </a:p>
        </p:txBody>
      </p:sp>
      <p:sp>
        <p:nvSpPr>
          <p:cNvPr id="382" name="Google Shape;382;p60"/>
          <p:cNvSpPr txBox="1">
            <a:spLocks noGrp="1"/>
          </p:cNvSpPr>
          <p:nvPr>
            <p:ph type="title" idx="4"/>
          </p:nvPr>
        </p:nvSpPr>
        <p:spPr>
          <a:xfrm>
            <a:off x="702825" y="4177475"/>
            <a:ext cx="2038800" cy="38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In-State Amenities</a:t>
            </a:r>
            <a:endParaRPr/>
          </a:p>
        </p:txBody>
      </p:sp>
      <p:sp>
        <p:nvSpPr>
          <p:cNvPr id="383" name="Google Shape;383;p60"/>
          <p:cNvSpPr txBox="1">
            <a:spLocks noGrp="1"/>
          </p:cNvSpPr>
          <p:nvPr>
            <p:ph type="title" idx="4294967295"/>
          </p:nvPr>
        </p:nvSpPr>
        <p:spPr>
          <a:xfrm>
            <a:off x="3435929" y="1807350"/>
            <a:ext cx="4810200" cy="703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Barlow Light"/>
              <a:buChar char="●"/>
            </a:pPr>
            <a:r>
              <a:rPr lang="en" sz="1100">
                <a:solidFill>
                  <a:schemeClr val="lt1"/>
                </a:solidFill>
                <a:latin typeface="Barlow Light"/>
                <a:ea typeface="Barlow Light"/>
                <a:cs typeface="Barlow Light"/>
                <a:sym typeface="Barlow Light"/>
              </a:rPr>
              <a:t>Client wants to move out of the western United States</a:t>
            </a:r>
            <a:endParaRPr sz="1100">
              <a:solidFill>
                <a:schemeClr val="lt1"/>
              </a:solidFill>
              <a:latin typeface="Barlow Light"/>
              <a:ea typeface="Barlow Light"/>
              <a:cs typeface="Barlow Light"/>
              <a:sym typeface="Barlow Light"/>
            </a:endParaRPr>
          </a:p>
          <a:p>
            <a:pPr marL="457200" lvl="0" indent="-298450" algn="l" rtl="0">
              <a:spcBef>
                <a:spcPts val="0"/>
              </a:spcBef>
              <a:spcAft>
                <a:spcPts val="0"/>
              </a:spcAft>
              <a:buClr>
                <a:schemeClr val="lt1"/>
              </a:buClr>
              <a:buSzPts val="1100"/>
              <a:buFont typeface="Barlow Light"/>
              <a:buChar char="●"/>
            </a:pPr>
            <a:r>
              <a:rPr lang="en" sz="1100">
                <a:solidFill>
                  <a:schemeClr val="lt1"/>
                </a:solidFill>
                <a:latin typeface="Barlow Light"/>
                <a:ea typeface="Barlow Light"/>
                <a:cs typeface="Barlow Light"/>
                <a:sym typeface="Barlow Light"/>
              </a:rPr>
              <a:t>Excluding California, Oregon, Washington, Nevada</a:t>
            </a:r>
            <a:endParaRPr sz="1100">
              <a:solidFill>
                <a:schemeClr val="lt1"/>
              </a:solidFill>
              <a:latin typeface="Barlow Light"/>
              <a:ea typeface="Barlow Light"/>
              <a:cs typeface="Barlow Light"/>
              <a:sym typeface="Barlow Light"/>
            </a:endParaRPr>
          </a:p>
        </p:txBody>
      </p:sp>
      <p:sp>
        <p:nvSpPr>
          <p:cNvPr id="384" name="Google Shape;384;p60"/>
          <p:cNvSpPr txBox="1">
            <a:spLocks noGrp="1"/>
          </p:cNvSpPr>
          <p:nvPr>
            <p:ph type="title" idx="4294967295"/>
          </p:nvPr>
        </p:nvSpPr>
        <p:spPr>
          <a:xfrm>
            <a:off x="3436503" y="2559579"/>
            <a:ext cx="4810200" cy="5340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Barlow Light"/>
              <a:buChar char="●"/>
            </a:pPr>
            <a:r>
              <a:rPr lang="en" sz="1100">
                <a:solidFill>
                  <a:schemeClr val="lt1"/>
                </a:solidFill>
                <a:latin typeface="Barlow Light"/>
                <a:ea typeface="Barlow Light"/>
                <a:cs typeface="Barlow Light"/>
                <a:sym typeface="Barlow Light"/>
              </a:rPr>
              <a:t>Must be greater than 40,000 sq ft. and cheaper then their current rent due to stressful economic conditions and continued mass layoffs</a:t>
            </a:r>
            <a:endParaRPr sz="1100">
              <a:solidFill>
                <a:schemeClr val="lt1"/>
              </a:solidFill>
              <a:latin typeface="Barlow Light"/>
              <a:ea typeface="Barlow Light"/>
              <a:cs typeface="Barlow Light"/>
              <a:sym typeface="Barlow Light"/>
            </a:endParaRPr>
          </a:p>
        </p:txBody>
      </p:sp>
      <p:sp>
        <p:nvSpPr>
          <p:cNvPr id="385" name="Google Shape;385;p60"/>
          <p:cNvSpPr txBox="1">
            <a:spLocks noGrp="1"/>
          </p:cNvSpPr>
          <p:nvPr>
            <p:ph type="title" idx="4294967295"/>
          </p:nvPr>
        </p:nvSpPr>
        <p:spPr>
          <a:xfrm>
            <a:off x="3433500" y="3324379"/>
            <a:ext cx="4810200" cy="3264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Barlow Light"/>
              <a:buChar char="●"/>
            </a:pPr>
            <a:r>
              <a:rPr lang="en" sz="1100">
                <a:solidFill>
                  <a:schemeClr val="lt1"/>
                </a:solidFill>
                <a:latin typeface="Barlow Light"/>
                <a:ea typeface="Barlow Light"/>
                <a:cs typeface="Barlow Light"/>
                <a:sym typeface="Barlow Light"/>
              </a:rPr>
              <a:t>Client prefers to be in an urban area</a:t>
            </a:r>
            <a:endParaRPr sz="1100">
              <a:solidFill>
                <a:schemeClr val="lt1"/>
              </a:solidFill>
              <a:latin typeface="Barlow Light"/>
              <a:ea typeface="Barlow Light"/>
              <a:cs typeface="Barlow Light"/>
              <a:sym typeface="Barlow Light"/>
            </a:endParaRPr>
          </a:p>
        </p:txBody>
      </p:sp>
      <p:sp>
        <p:nvSpPr>
          <p:cNvPr id="386" name="Google Shape;386;p60"/>
          <p:cNvSpPr txBox="1">
            <a:spLocks noGrp="1"/>
          </p:cNvSpPr>
          <p:nvPr>
            <p:ph type="title" idx="4294967295"/>
          </p:nvPr>
        </p:nvSpPr>
        <p:spPr>
          <a:xfrm>
            <a:off x="3433500" y="3972675"/>
            <a:ext cx="4810200" cy="315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Barlow Light"/>
              <a:buChar char="●"/>
            </a:pPr>
            <a:r>
              <a:rPr lang="en" sz="1100">
                <a:solidFill>
                  <a:schemeClr val="lt1"/>
                </a:solidFill>
                <a:latin typeface="Barlow Light"/>
                <a:ea typeface="Barlow Light"/>
                <a:cs typeface="Barlow Light"/>
                <a:sym typeface="Barlow Light"/>
              </a:rPr>
              <a:t>In order to attract the best employees, the location must have a large number of pickleball facilities and a growing tech community </a:t>
            </a:r>
            <a:endParaRPr sz="1100">
              <a:solidFill>
                <a:schemeClr val="lt1"/>
              </a:solidFill>
              <a:latin typeface="Barlow Light"/>
              <a:ea typeface="Barlow Light"/>
              <a:cs typeface="Barlow Light"/>
              <a:sym typeface="Barlow Light"/>
            </a:endParaRPr>
          </a:p>
        </p:txBody>
      </p:sp>
      <p:cxnSp>
        <p:nvCxnSpPr>
          <p:cNvPr id="387" name="Google Shape;387;p60"/>
          <p:cNvCxnSpPr/>
          <p:nvPr/>
        </p:nvCxnSpPr>
        <p:spPr>
          <a:xfrm>
            <a:off x="791150" y="1749025"/>
            <a:ext cx="7455600" cy="0"/>
          </a:xfrm>
          <a:prstGeom prst="straightConnector1">
            <a:avLst/>
          </a:prstGeom>
          <a:noFill/>
          <a:ln w="9525" cap="flat" cmpd="sng">
            <a:solidFill>
              <a:schemeClr val="dk2"/>
            </a:solidFill>
            <a:prstDash val="solid"/>
            <a:round/>
            <a:headEnd type="none" w="med" len="med"/>
            <a:tailEnd type="none" w="med" len="med"/>
          </a:ln>
        </p:spPr>
      </p:cxnSp>
      <p:cxnSp>
        <p:nvCxnSpPr>
          <p:cNvPr id="388" name="Google Shape;388;p60"/>
          <p:cNvCxnSpPr/>
          <p:nvPr/>
        </p:nvCxnSpPr>
        <p:spPr>
          <a:xfrm>
            <a:off x="791150" y="2468025"/>
            <a:ext cx="7455600" cy="0"/>
          </a:xfrm>
          <a:prstGeom prst="straightConnector1">
            <a:avLst/>
          </a:prstGeom>
          <a:noFill/>
          <a:ln w="9525" cap="flat" cmpd="sng">
            <a:solidFill>
              <a:schemeClr val="dk2"/>
            </a:solidFill>
            <a:prstDash val="solid"/>
            <a:round/>
            <a:headEnd type="none" w="med" len="med"/>
            <a:tailEnd type="none" w="med" len="med"/>
          </a:ln>
        </p:spPr>
      </p:cxnSp>
      <p:cxnSp>
        <p:nvCxnSpPr>
          <p:cNvPr id="389" name="Google Shape;389;p60"/>
          <p:cNvCxnSpPr/>
          <p:nvPr/>
        </p:nvCxnSpPr>
        <p:spPr>
          <a:xfrm>
            <a:off x="791150" y="3198278"/>
            <a:ext cx="7455600" cy="0"/>
          </a:xfrm>
          <a:prstGeom prst="straightConnector1">
            <a:avLst/>
          </a:prstGeom>
          <a:noFill/>
          <a:ln w="9525" cap="flat" cmpd="sng">
            <a:solidFill>
              <a:schemeClr val="dk2"/>
            </a:solidFill>
            <a:prstDash val="solid"/>
            <a:round/>
            <a:headEnd type="none" w="med" len="med"/>
            <a:tailEnd type="none" w="med" len="med"/>
          </a:ln>
        </p:spPr>
      </p:cxnSp>
      <p:cxnSp>
        <p:nvCxnSpPr>
          <p:cNvPr id="390" name="Google Shape;390;p60"/>
          <p:cNvCxnSpPr/>
          <p:nvPr/>
        </p:nvCxnSpPr>
        <p:spPr>
          <a:xfrm>
            <a:off x="791150" y="3906092"/>
            <a:ext cx="7455600" cy="0"/>
          </a:xfrm>
          <a:prstGeom prst="straightConnector1">
            <a:avLst/>
          </a:prstGeom>
          <a:noFill/>
          <a:ln w="9525" cap="flat" cmpd="sng">
            <a:solidFill>
              <a:schemeClr val="dk2"/>
            </a:solidFill>
            <a:prstDash val="solid"/>
            <a:round/>
            <a:headEnd type="none" w="med" len="med"/>
            <a:tailEnd type="none" w="med" len="med"/>
          </a:ln>
        </p:spPr>
      </p:cxnSp>
      <p:cxnSp>
        <p:nvCxnSpPr>
          <p:cNvPr id="391" name="Google Shape;391;p60"/>
          <p:cNvCxnSpPr/>
          <p:nvPr/>
        </p:nvCxnSpPr>
        <p:spPr>
          <a:xfrm>
            <a:off x="791150" y="4625125"/>
            <a:ext cx="7455600" cy="0"/>
          </a:xfrm>
          <a:prstGeom prst="straightConnector1">
            <a:avLst/>
          </a:prstGeom>
          <a:noFill/>
          <a:ln w="9525" cap="flat" cmpd="sng">
            <a:solidFill>
              <a:schemeClr val="dk2"/>
            </a:solidFill>
            <a:prstDash val="solid"/>
            <a:round/>
            <a:headEnd type="none" w="med" len="med"/>
            <a:tailEnd type="none" w="med" len="med"/>
          </a:ln>
        </p:spPr>
      </p:cxnSp>
      <p:sp>
        <p:nvSpPr>
          <p:cNvPr id="392" name="Google Shape;392;p60"/>
          <p:cNvSpPr txBox="1">
            <a:spLocks noGrp="1"/>
          </p:cNvSpPr>
          <p:nvPr>
            <p:ph type="subTitle" idx="1"/>
          </p:nvPr>
        </p:nvSpPr>
        <p:spPr>
          <a:xfrm>
            <a:off x="424675" y="174175"/>
            <a:ext cx="6557400" cy="3372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a:t>Problem Statement </a:t>
            </a:r>
            <a:endParaRPr/>
          </a:p>
          <a:p>
            <a:pPr marL="0" lvl="0" indent="0" algn="l" rtl="0">
              <a:spcBef>
                <a:spcPts val="0"/>
              </a:spcBef>
              <a:spcAft>
                <a:spcPts val="0"/>
              </a:spcAft>
              <a:buNone/>
            </a:pPr>
            <a:endParaRPr/>
          </a:p>
        </p:txBody>
      </p:sp>
      <p:sp>
        <p:nvSpPr>
          <p:cNvPr id="393" name="Google Shape;393;p60"/>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1"/>
          <p:cNvSpPr txBox="1"/>
          <p:nvPr/>
        </p:nvSpPr>
        <p:spPr>
          <a:xfrm>
            <a:off x="6246420" y="1759425"/>
            <a:ext cx="1628100" cy="831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5400">
                <a:solidFill>
                  <a:schemeClr val="dk1"/>
                </a:solidFill>
                <a:latin typeface="Hepta Slab Light"/>
                <a:ea typeface="Hepta Slab Light"/>
                <a:cs typeface="Hepta Slab Light"/>
                <a:sym typeface="Hepta Slab Light"/>
              </a:rPr>
              <a:t>78</a:t>
            </a:r>
            <a:endParaRPr sz="5400">
              <a:solidFill>
                <a:schemeClr val="dk1"/>
              </a:solidFill>
              <a:latin typeface="Hepta Slab Light"/>
              <a:ea typeface="Hepta Slab Light"/>
              <a:cs typeface="Hepta Slab Light"/>
              <a:sym typeface="Hepta Slab Light"/>
            </a:endParaRPr>
          </a:p>
        </p:txBody>
      </p:sp>
      <p:sp>
        <p:nvSpPr>
          <p:cNvPr id="399" name="Google Shape;399;p61"/>
          <p:cNvSpPr/>
          <p:nvPr/>
        </p:nvSpPr>
        <p:spPr>
          <a:xfrm>
            <a:off x="1307225" y="3986500"/>
            <a:ext cx="1628100" cy="369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Light"/>
              <a:ea typeface="Barlow Light"/>
              <a:cs typeface="Barlow Light"/>
              <a:sym typeface="Barlow Light"/>
            </a:endParaRPr>
          </a:p>
        </p:txBody>
      </p:sp>
      <p:sp>
        <p:nvSpPr>
          <p:cNvPr id="400" name="Google Shape;400;p61"/>
          <p:cNvSpPr/>
          <p:nvPr/>
        </p:nvSpPr>
        <p:spPr>
          <a:xfrm>
            <a:off x="2944050" y="3621675"/>
            <a:ext cx="1628100" cy="738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Light"/>
              <a:ea typeface="Barlow Light"/>
              <a:cs typeface="Barlow Light"/>
              <a:sym typeface="Barlow Light"/>
            </a:endParaRPr>
          </a:p>
        </p:txBody>
      </p:sp>
      <p:sp>
        <p:nvSpPr>
          <p:cNvPr id="401" name="Google Shape;401;p61"/>
          <p:cNvSpPr/>
          <p:nvPr/>
        </p:nvSpPr>
        <p:spPr>
          <a:xfrm>
            <a:off x="4581075" y="2930300"/>
            <a:ext cx="1628100" cy="14298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Light"/>
              <a:ea typeface="Barlow Light"/>
              <a:cs typeface="Barlow Light"/>
              <a:sym typeface="Barlow Light"/>
            </a:endParaRPr>
          </a:p>
        </p:txBody>
      </p:sp>
      <p:sp>
        <p:nvSpPr>
          <p:cNvPr id="402" name="Google Shape;402;p61"/>
          <p:cNvSpPr txBox="1"/>
          <p:nvPr/>
        </p:nvSpPr>
        <p:spPr>
          <a:xfrm>
            <a:off x="1307222" y="4557325"/>
            <a:ext cx="1628100" cy="1077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700">
                <a:solidFill>
                  <a:schemeClr val="dk1"/>
                </a:solidFill>
                <a:latin typeface="Barlow Medium"/>
                <a:ea typeface="Barlow Medium"/>
                <a:cs typeface="Barlow Medium"/>
                <a:sym typeface="Barlow Medium"/>
              </a:rPr>
              <a:t>BAR GRAPH INFO 1</a:t>
            </a:r>
            <a:endParaRPr sz="700">
              <a:solidFill>
                <a:schemeClr val="dk1"/>
              </a:solidFill>
              <a:latin typeface="Barlow Medium"/>
              <a:ea typeface="Barlow Medium"/>
              <a:cs typeface="Barlow Medium"/>
              <a:sym typeface="Barlow Medium"/>
            </a:endParaRPr>
          </a:p>
        </p:txBody>
      </p:sp>
      <p:sp>
        <p:nvSpPr>
          <p:cNvPr id="403" name="Google Shape;403;p61"/>
          <p:cNvSpPr txBox="1"/>
          <p:nvPr/>
        </p:nvSpPr>
        <p:spPr>
          <a:xfrm>
            <a:off x="2934435" y="4557325"/>
            <a:ext cx="1628100" cy="1077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700">
                <a:solidFill>
                  <a:schemeClr val="dk1"/>
                </a:solidFill>
                <a:latin typeface="Barlow Medium"/>
                <a:ea typeface="Barlow Medium"/>
                <a:cs typeface="Barlow Medium"/>
                <a:sym typeface="Barlow Medium"/>
              </a:rPr>
              <a:t>BAR GRAPH INFO 1</a:t>
            </a:r>
            <a:endParaRPr sz="700">
              <a:solidFill>
                <a:schemeClr val="dk1"/>
              </a:solidFill>
              <a:latin typeface="Barlow Medium"/>
              <a:ea typeface="Barlow Medium"/>
              <a:cs typeface="Barlow Medium"/>
              <a:sym typeface="Barlow Medium"/>
            </a:endParaRPr>
          </a:p>
        </p:txBody>
      </p:sp>
      <p:sp>
        <p:nvSpPr>
          <p:cNvPr id="404" name="Google Shape;404;p61"/>
          <p:cNvSpPr txBox="1"/>
          <p:nvPr/>
        </p:nvSpPr>
        <p:spPr>
          <a:xfrm>
            <a:off x="4581065" y="4557325"/>
            <a:ext cx="1628100" cy="1077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700">
                <a:solidFill>
                  <a:schemeClr val="dk1"/>
                </a:solidFill>
                <a:latin typeface="Barlow Medium"/>
                <a:ea typeface="Barlow Medium"/>
                <a:cs typeface="Barlow Medium"/>
                <a:sym typeface="Barlow Medium"/>
              </a:rPr>
              <a:t>BAR GRAPH INFO 1</a:t>
            </a:r>
            <a:endParaRPr sz="700">
              <a:solidFill>
                <a:schemeClr val="dk1"/>
              </a:solidFill>
              <a:latin typeface="Barlow Medium"/>
              <a:ea typeface="Barlow Medium"/>
              <a:cs typeface="Barlow Medium"/>
              <a:sym typeface="Barlow Medium"/>
            </a:endParaRPr>
          </a:p>
        </p:txBody>
      </p:sp>
      <p:sp>
        <p:nvSpPr>
          <p:cNvPr id="405" name="Google Shape;405;p61"/>
          <p:cNvSpPr txBox="1"/>
          <p:nvPr/>
        </p:nvSpPr>
        <p:spPr>
          <a:xfrm>
            <a:off x="6208688" y="4557325"/>
            <a:ext cx="1628100" cy="1077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700">
                <a:solidFill>
                  <a:schemeClr val="dk1"/>
                </a:solidFill>
                <a:latin typeface="Barlow Medium"/>
                <a:ea typeface="Barlow Medium"/>
                <a:cs typeface="Barlow Medium"/>
                <a:sym typeface="Barlow Medium"/>
              </a:rPr>
              <a:t>BAR GRAPH INFO 1</a:t>
            </a:r>
            <a:endParaRPr sz="700">
              <a:solidFill>
                <a:schemeClr val="dk1"/>
              </a:solidFill>
              <a:latin typeface="Barlow Medium"/>
              <a:ea typeface="Barlow Medium"/>
              <a:cs typeface="Barlow Medium"/>
              <a:sym typeface="Barlow Medium"/>
            </a:endParaRPr>
          </a:p>
        </p:txBody>
      </p:sp>
      <p:cxnSp>
        <p:nvCxnSpPr>
          <p:cNvPr id="406" name="Google Shape;406;p61"/>
          <p:cNvCxnSpPr/>
          <p:nvPr/>
        </p:nvCxnSpPr>
        <p:spPr>
          <a:xfrm rot="10800000">
            <a:off x="783775" y="4360100"/>
            <a:ext cx="7579200" cy="0"/>
          </a:xfrm>
          <a:prstGeom prst="straightConnector1">
            <a:avLst/>
          </a:prstGeom>
          <a:noFill/>
          <a:ln w="19050" cap="flat" cmpd="sng">
            <a:solidFill>
              <a:schemeClr val="dk1"/>
            </a:solidFill>
            <a:prstDash val="solid"/>
            <a:round/>
            <a:headEnd type="none" w="med" len="med"/>
            <a:tailEnd type="none" w="med" len="med"/>
          </a:ln>
        </p:spPr>
      </p:cxnSp>
      <p:sp>
        <p:nvSpPr>
          <p:cNvPr id="407" name="Google Shape;407;p61"/>
          <p:cNvSpPr txBox="1"/>
          <p:nvPr/>
        </p:nvSpPr>
        <p:spPr>
          <a:xfrm>
            <a:off x="783800" y="1389315"/>
            <a:ext cx="5793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chemeClr val="dk1"/>
                </a:solidFill>
                <a:latin typeface="Barlow Medium"/>
                <a:ea typeface="Barlow Medium"/>
                <a:cs typeface="Barlow Medium"/>
                <a:sym typeface="Barlow Medium"/>
              </a:rPr>
              <a:t>80</a:t>
            </a:r>
            <a:endParaRPr sz="700">
              <a:solidFill>
                <a:schemeClr val="dk1"/>
              </a:solidFill>
              <a:latin typeface="Barlow Medium"/>
              <a:ea typeface="Barlow Medium"/>
              <a:cs typeface="Barlow Medium"/>
              <a:sym typeface="Barlow Medium"/>
            </a:endParaRPr>
          </a:p>
        </p:txBody>
      </p:sp>
      <p:sp>
        <p:nvSpPr>
          <p:cNvPr id="408" name="Google Shape;408;p61"/>
          <p:cNvSpPr txBox="1"/>
          <p:nvPr/>
        </p:nvSpPr>
        <p:spPr>
          <a:xfrm>
            <a:off x="783800" y="1755265"/>
            <a:ext cx="5793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chemeClr val="dk1"/>
                </a:solidFill>
                <a:latin typeface="Barlow Medium"/>
                <a:ea typeface="Barlow Medium"/>
                <a:cs typeface="Barlow Medium"/>
                <a:sym typeface="Barlow Medium"/>
              </a:rPr>
              <a:t>70</a:t>
            </a:r>
            <a:endParaRPr sz="700">
              <a:solidFill>
                <a:schemeClr val="dk1"/>
              </a:solidFill>
              <a:latin typeface="Barlow Medium"/>
              <a:ea typeface="Barlow Medium"/>
              <a:cs typeface="Barlow Medium"/>
              <a:sym typeface="Barlow Medium"/>
            </a:endParaRPr>
          </a:p>
        </p:txBody>
      </p:sp>
      <p:sp>
        <p:nvSpPr>
          <p:cNvPr id="409" name="Google Shape;409;p61"/>
          <p:cNvSpPr txBox="1"/>
          <p:nvPr/>
        </p:nvSpPr>
        <p:spPr>
          <a:xfrm>
            <a:off x="8564700" y="3634578"/>
            <a:ext cx="5793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chemeClr val="dk1"/>
                </a:solidFill>
                <a:latin typeface="Barlow Medium"/>
                <a:ea typeface="Barlow Medium"/>
                <a:cs typeface="Barlow Medium"/>
                <a:sym typeface="Barlow Medium"/>
              </a:rPr>
              <a:t>60</a:t>
            </a:r>
            <a:endParaRPr sz="700">
              <a:solidFill>
                <a:schemeClr val="dk1"/>
              </a:solidFill>
              <a:latin typeface="Barlow Medium"/>
              <a:ea typeface="Barlow Medium"/>
              <a:cs typeface="Barlow Medium"/>
              <a:sym typeface="Barlow Medium"/>
            </a:endParaRPr>
          </a:p>
        </p:txBody>
      </p:sp>
      <p:sp>
        <p:nvSpPr>
          <p:cNvPr id="410" name="Google Shape;410;p61"/>
          <p:cNvSpPr txBox="1"/>
          <p:nvPr/>
        </p:nvSpPr>
        <p:spPr>
          <a:xfrm>
            <a:off x="783800" y="2487178"/>
            <a:ext cx="5793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chemeClr val="dk1"/>
                </a:solidFill>
                <a:latin typeface="Barlow Medium"/>
                <a:ea typeface="Barlow Medium"/>
                <a:cs typeface="Barlow Medium"/>
                <a:sym typeface="Barlow Medium"/>
              </a:rPr>
              <a:t>50</a:t>
            </a:r>
            <a:endParaRPr sz="700">
              <a:solidFill>
                <a:schemeClr val="dk1"/>
              </a:solidFill>
              <a:latin typeface="Barlow Medium"/>
              <a:ea typeface="Barlow Medium"/>
              <a:cs typeface="Barlow Medium"/>
              <a:sym typeface="Barlow Medium"/>
            </a:endParaRPr>
          </a:p>
        </p:txBody>
      </p:sp>
      <p:sp>
        <p:nvSpPr>
          <p:cNvPr id="411" name="Google Shape;411;p61"/>
          <p:cNvSpPr txBox="1"/>
          <p:nvPr/>
        </p:nvSpPr>
        <p:spPr>
          <a:xfrm>
            <a:off x="783800" y="2853128"/>
            <a:ext cx="5793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chemeClr val="dk1"/>
                </a:solidFill>
                <a:latin typeface="Barlow Medium"/>
                <a:ea typeface="Barlow Medium"/>
                <a:cs typeface="Barlow Medium"/>
                <a:sym typeface="Barlow Medium"/>
              </a:rPr>
              <a:t>40</a:t>
            </a:r>
            <a:endParaRPr sz="700">
              <a:solidFill>
                <a:schemeClr val="dk1"/>
              </a:solidFill>
              <a:latin typeface="Barlow Medium"/>
              <a:ea typeface="Barlow Medium"/>
              <a:cs typeface="Barlow Medium"/>
              <a:sym typeface="Barlow Medium"/>
            </a:endParaRPr>
          </a:p>
        </p:txBody>
      </p:sp>
      <p:sp>
        <p:nvSpPr>
          <p:cNvPr id="412" name="Google Shape;412;p61"/>
          <p:cNvSpPr txBox="1"/>
          <p:nvPr/>
        </p:nvSpPr>
        <p:spPr>
          <a:xfrm>
            <a:off x="783800" y="3219078"/>
            <a:ext cx="5793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chemeClr val="dk1"/>
                </a:solidFill>
                <a:latin typeface="Barlow Medium"/>
                <a:ea typeface="Barlow Medium"/>
                <a:cs typeface="Barlow Medium"/>
                <a:sym typeface="Barlow Medium"/>
              </a:rPr>
              <a:t>30</a:t>
            </a:r>
            <a:endParaRPr sz="700">
              <a:solidFill>
                <a:schemeClr val="dk1"/>
              </a:solidFill>
              <a:latin typeface="Barlow Medium"/>
              <a:ea typeface="Barlow Medium"/>
              <a:cs typeface="Barlow Medium"/>
              <a:sym typeface="Barlow Medium"/>
            </a:endParaRPr>
          </a:p>
        </p:txBody>
      </p:sp>
      <p:sp>
        <p:nvSpPr>
          <p:cNvPr id="413" name="Google Shape;413;p61"/>
          <p:cNvSpPr txBox="1"/>
          <p:nvPr/>
        </p:nvSpPr>
        <p:spPr>
          <a:xfrm>
            <a:off x="783800" y="3585028"/>
            <a:ext cx="5793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chemeClr val="dk1"/>
                </a:solidFill>
                <a:latin typeface="Barlow Medium"/>
                <a:ea typeface="Barlow Medium"/>
                <a:cs typeface="Barlow Medium"/>
                <a:sym typeface="Barlow Medium"/>
              </a:rPr>
              <a:t>20</a:t>
            </a:r>
            <a:endParaRPr sz="700">
              <a:solidFill>
                <a:schemeClr val="dk1"/>
              </a:solidFill>
              <a:latin typeface="Barlow Medium"/>
              <a:ea typeface="Barlow Medium"/>
              <a:cs typeface="Barlow Medium"/>
              <a:sym typeface="Barlow Medium"/>
            </a:endParaRPr>
          </a:p>
        </p:txBody>
      </p:sp>
      <p:sp>
        <p:nvSpPr>
          <p:cNvPr id="414" name="Google Shape;414;p61"/>
          <p:cNvSpPr txBox="1"/>
          <p:nvPr/>
        </p:nvSpPr>
        <p:spPr>
          <a:xfrm>
            <a:off x="783800" y="3950978"/>
            <a:ext cx="5793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chemeClr val="dk1"/>
                </a:solidFill>
                <a:latin typeface="Barlow Medium"/>
                <a:ea typeface="Barlow Medium"/>
                <a:cs typeface="Barlow Medium"/>
                <a:sym typeface="Barlow Medium"/>
              </a:rPr>
              <a:t>10</a:t>
            </a:r>
            <a:endParaRPr sz="700">
              <a:solidFill>
                <a:schemeClr val="dk1"/>
              </a:solidFill>
              <a:latin typeface="Barlow Medium"/>
              <a:ea typeface="Barlow Medium"/>
              <a:cs typeface="Barlow Medium"/>
              <a:sym typeface="Barlow Medium"/>
            </a:endParaRPr>
          </a:p>
        </p:txBody>
      </p:sp>
      <p:sp>
        <p:nvSpPr>
          <p:cNvPr id="415" name="Google Shape;415;p61"/>
          <p:cNvSpPr txBox="1">
            <a:spLocks noGrp="1"/>
          </p:cNvSpPr>
          <p:nvPr>
            <p:ph type="subTitle" idx="2"/>
          </p:nvPr>
        </p:nvSpPr>
        <p:spPr>
          <a:xfrm>
            <a:off x="480419" y="290626"/>
            <a:ext cx="3940505" cy="33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Possible States for Meta to move to</a:t>
            </a:r>
            <a:endParaRPr dirty="0"/>
          </a:p>
        </p:txBody>
      </p:sp>
      <p:sp>
        <p:nvSpPr>
          <p:cNvPr id="416" name="Google Shape;416;p61"/>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
        <p:nvSpPr>
          <p:cNvPr id="417" name="Google Shape;417;p61"/>
          <p:cNvSpPr txBox="1"/>
          <p:nvPr/>
        </p:nvSpPr>
        <p:spPr>
          <a:xfrm>
            <a:off x="5905425" y="1389325"/>
            <a:ext cx="2934000" cy="36831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lt1"/>
              </a:buClr>
              <a:buSzPts val="1500"/>
              <a:buFont typeface="Barlow Light"/>
              <a:buChar char="-"/>
            </a:pPr>
            <a:r>
              <a:rPr lang="en" sz="1500">
                <a:solidFill>
                  <a:schemeClr val="lt1"/>
                </a:solidFill>
                <a:latin typeface="Barlow Light"/>
                <a:ea typeface="Barlow Light"/>
                <a:cs typeface="Barlow Light"/>
                <a:sym typeface="Barlow Light"/>
              </a:rPr>
              <a:t>Average Rent for offices spaces with more than 40,000 sq .ft., not in the western USA, and in an urban area</a:t>
            </a:r>
            <a:endParaRPr sz="1500">
              <a:solidFill>
                <a:schemeClr val="lt1"/>
              </a:solidFill>
              <a:latin typeface="Barlow Light"/>
              <a:ea typeface="Barlow Light"/>
              <a:cs typeface="Barlow Light"/>
              <a:sym typeface="Barlow Light"/>
            </a:endParaRPr>
          </a:p>
          <a:p>
            <a:pPr marL="457200" lvl="0" indent="-323850" algn="l" rtl="0">
              <a:spcBef>
                <a:spcPts val="0"/>
              </a:spcBef>
              <a:spcAft>
                <a:spcPts val="0"/>
              </a:spcAft>
              <a:buClr>
                <a:schemeClr val="lt1"/>
              </a:buClr>
              <a:buSzPts val="1500"/>
              <a:buFont typeface="Barlow Light"/>
              <a:buChar char="-"/>
            </a:pPr>
            <a:r>
              <a:rPr lang="en" sz="1500">
                <a:solidFill>
                  <a:schemeClr val="lt1"/>
                </a:solidFill>
                <a:latin typeface="Barlow Light"/>
                <a:ea typeface="Barlow Light"/>
                <a:cs typeface="Barlow Light"/>
                <a:sym typeface="Barlow Light"/>
              </a:rPr>
              <a:t>Number of pickleball courts in 2023 (</a:t>
            </a:r>
            <a:r>
              <a:rPr lang="en" sz="1500" u="sng">
                <a:solidFill>
                  <a:schemeClr val="lt1"/>
                </a:solidFill>
                <a:latin typeface="Barlow Light"/>
                <a:ea typeface="Barlow Light"/>
                <a:cs typeface="Barlow Light"/>
                <a:sym typeface="Barlow Light"/>
                <a:hlinkClick r:id="rId3">
                  <a:extLst>
                    <a:ext uri="{A12FA001-AC4F-418D-AE19-62706E023703}">
                      <ahyp:hlinkClr xmlns:ahyp="http://schemas.microsoft.com/office/drawing/2018/hyperlinkcolor" val="tx"/>
                    </a:ext>
                  </a:extLst>
                </a:hlinkClick>
              </a:rPr>
              <a:t>https://usapickleball.org/</a:t>
            </a:r>
            <a:r>
              <a:rPr lang="en" sz="1500">
                <a:solidFill>
                  <a:schemeClr val="lt1"/>
                </a:solidFill>
                <a:latin typeface="Barlow Light"/>
                <a:ea typeface="Barlow Light"/>
                <a:cs typeface="Barlow Light"/>
                <a:sym typeface="Barlow Light"/>
              </a:rPr>
              <a:t>)</a:t>
            </a:r>
            <a:endParaRPr sz="1500">
              <a:solidFill>
                <a:schemeClr val="lt1"/>
              </a:solidFill>
              <a:latin typeface="Barlow Light"/>
              <a:ea typeface="Barlow Light"/>
              <a:cs typeface="Barlow Light"/>
              <a:sym typeface="Barlow Light"/>
            </a:endParaRPr>
          </a:p>
          <a:p>
            <a:pPr marL="457200" lvl="0" indent="-323850" algn="l" rtl="0">
              <a:spcBef>
                <a:spcPts val="0"/>
              </a:spcBef>
              <a:spcAft>
                <a:spcPts val="0"/>
              </a:spcAft>
              <a:buClr>
                <a:schemeClr val="lt1"/>
              </a:buClr>
              <a:buSzPts val="1500"/>
              <a:buFont typeface="Barlow Light"/>
              <a:buChar char="-"/>
            </a:pPr>
            <a:r>
              <a:rPr lang="en" sz="1500">
                <a:solidFill>
                  <a:schemeClr val="lt1"/>
                </a:solidFill>
                <a:latin typeface="Barlow Light"/>
                <a:ea typeface="Barlow Light"/>
                <a:cs typeface="Barlow Light"/>
                <a:sym typeface="Barlow Light"/>
              </a:rPr>
              <a:t>Based on these metrics </a:t>
            </a:r>
            <a:r>
              <a:rPr lang="en" sz="1500" u="sng">
                <a:solidFill>
                  <a:schemeClr val="lt1"/>
                </a:solidFill>
                <a:latin typeface="Barlow Light"/>
                <a:ea typeface="Barlow Light"/>
                <a:cs typeface="Barlow Light"/>
                <a:sym typeface="Barlow Light"/>
              </a:rPr>
              <a:t>Florida</a:t>
            </a:r>
            <a:r>
              <a:rPr lang="en" sz="1500">
                <a:solidFill>
                  <a:schemeClr val="lt1"/>
                </a:solidFill>
                <a:latin typeface="Barlow Light"/>
                <a:ea typeface="Barlow Light"/>
                <a:cs typeface="Barlow Light"/>
                <a:sym typeface="Barlow Light"/>
              </a:rPr>
              <a:t> or </a:t>
            </a:r>
            <a:r>
              <a:rPr lang="en" sz="1500" u="sng">
                <a:solidFill>
                  <a:schemeClr val="lt1"/>
                </a:solidFill>
                <a:latin typeface="Barlow Light"/>
                <a:ea typeface="Barlow Light"/>
                <a:cs typeface="Barlow Light"/>
                <a:sym typeface="Barlow Light"/>
              </a:rPr>
              <a:t>Texas</a:t>
            </a:r>
            <a:r>
              <a:rPr lang="en" sz="1500">
                <a:solidFill>
                  <a:schemeClr val="lt1"/>
                </a:solidFill>
                <a:latin typeface="Barlow Light"/>
                <a:ea typeface="Barlow Light"/>
                <a:cs typeface="Barlow Light"/>
                <a:sym typeface="Barlow Light"/>
              </a:rPr>
              <a:t> is a good candidate for relocation</a:t>
            </a:r>
            <a:endParaRPr sz="1500">
              <a:solidFill>
                <a:schemeClr val="lt1"/>
              </a:solidFill>
              <a:latin typeface="Barlow Light"/>
              <a:ea typeface="Barlow Light"/>
              <a:cs typeface="Barlow Light"/>
              <a:sym typeface="Barlow Light"/>
            </a:endParaRPr>
          </a:p>
        </p:txBody>
      </p:sp>
      <p:pic>
        <p:nvPicPr>
          <p:cNvPr id="418" name="Google Shape;418;p61"/>
          <p:cNvPicPr preferRelativeResize="0"/>
          <p:nvPr/>
        </p:nvPicPr>
        <p:blipFill>
          <a:blip r:embed="rId4">
            <a:alphaModFix/>
          </a:blip>
          <a:stretch>
            <a:fillRect/>
          </a:stretch>
        </p:blipFill>
        <p:spPr>
          <a:xfrm>
            <a:off x="316400" y="1028475"/>
            <a:ext cx="5711433" cy="3528850"/>
          </a:xfrm>
          <a:prstGeom prst="rect">
            <a:avLst/>
          </a:prstGeom>
          <a:noFill/>
          <a:ln>
            <a:noFill/>
          </a:ln>
        </p:spPr>
      </p:pic>
      <p:cxnSp>
        <p:nvCxnSpPr>
          <p:cNvPr id="419" name="Google Shape;419;p61"/>
          <p:cNvCxnSpPr/>
          <p:nvPr/>
        </p:nvCxnSpPr>
        <p:spPr>
          <a:xfrm rot="10800000" flipH="1">
            <a:off x="446050" y="658025"/>
            <a:ext cx="8419200" cy="222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62"/>
          <p:cNvSpPr txBox="1">
            <a:spLocks noGrp="1"/>
          </p:cNvSpPr>
          <p:nvPr>
            <p:ph type="subTitle" idx="1"/>
          </p:nvPr>
        </p:nvSpPr>
        <p:spPr>
          <a:xfrm>
            <a:off x="690250" y="415625"/>
            <a:ext cx="1261800" cy="2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62"/>
          <p:cNvSpPr txBox="1">
            <a:spLocks noGrp="1"/>
          </p:cNvSpPr>
          <p:nvPr>
            <p:ph type="subTitle" idx="2"/>
          </p:nvPr>
        </p:nvSpPr>
        <p:spPr>
          <a:xfrm>
            <a:off x="480425" y="290625"/>
            <a:ext cx="5963700" cy="33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Forecasting Unemployment and Rent Cost </a:t>
            </a:r>
            <a:endParaRPr/>
          </a:p>
        </p:txBody>
      </p:sp>
      <p:pic>
        <p:nvPicPr>
          <p:cNvPr id="426" name="Google Shape;426;p62" title="Screenshot 2025-04-19 at 6.01.19 PM.png"/>
          <p:cNvPicPr preferRelativeResize="0"/>
          <p:nvPr/>
        </p:nvPicPr>
        <p:blipFill rotWithShape="1">
          <a:blip r:embed="rId3">
            <a:alphaModFix/>
          </a:blip>
          <a:srcRect t="2028"/>
          <a:stretch/>
        </p:blipFill>
        <p:spPr>
          <a:xfrm>
            <a:off x="4746550" y="857325"/>
            <a:ext cx="3805552" cy="2781913"/>
          </a:xfrm>
          <a:prstGeom prst="rect">
            <a:avLst/>
          </a:prstGeom>
          <a:noFill/>
          <a:ln>
            <a:noFill/>
          </a:ln>
        </p:spPr>
      </p:pic>
      <p:sp>
        <p:nvSpPr>
          <p:cNvPr id="427" name="Google Shape;427;p62"/>
          <p:cNvSpPr txBox="1"/>
          <p:nvPr/>
        </p:nvSpPr>
        <p:spPr>
          <a:xfrm>
            <a:off x="427900" y="4437600"/>
            <a:ext cx="71682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chemeClr val="lt1"/>
              </a:solidFill>
              <a:latin typeface="Barlow Light"/>
              <a:ea typeface="Barlow Light"/>
              <a:cs typeface="Barlow Light"/>
              <a:sym typeface="Barlow Light"/>
            </a:endParaRPr>
          </a:p>
        </p:txBody>
      </p:sp>
      <p:cxnSp>
        <p:nvCxnSpPr>
          <p:cNvPr id="428" name="Google Shape;428;p62"/>
          <p:cNvCxnSpPr/>
          <p:nvPr/>
        </p:nvCxnSpPr>
        <p:spPr>
          <a:xfrm rot="10800000" flipH="1">
            <a:off x="571500" y="685925"/>
            <a:ext cx="8251800" cy="44700"/>
          </a:xfrm>
          <a:prstGeom prst="straightConnector1">
            <a:avLst/>
          </a:prstGeom>
          <a:noFill/>
          <a:ln w="9525" cap="flat" cmpd="sng">
            <a:solidFill>
              <a:schemeClr val="dk2"/>
            </a:solidFill>
            <a:prstDash val="solid"/>
            <a:round/>
            <a:headEnd type="none" w="med" len="med"/>
            <a:tailEnd type="none" w="med" len="med"/>
          </a:ln>
        </p:spPr>
      </p:cxnSp>
      <p:sp>
        <p:nvSpPr>
          <p:cNvPr id="429" name="Google Shape;429;p62"/>
          <p:cNvSpPr txBox="1">
            <a:spLocks noGrp="1"/>
          </p:cNvSpPr>
          <p:nvPr>
            <p:ph type="sldNum" idx="12"/>
          </p:nvPr>
        </p:nvSpPr>
        <p:spPr>
          <a:xfrm>
            <a:off x="8474404" y="2906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pic>
        <p:nvPicPr>
          <p:cNvPr id="430" name="Google Shape;430;p62" title="Screenshot 2025-04-19 at 10.16.02 PM.png"/>
          <p:cNvPicPr preferRelativeResize="0"/>
          <p:nvPr/>
        </p:nvPicPr>
        <p:blipFill>
          <a:blip r:embed="rId4">
            <a:alphaModFix/>
          </a:blip>
          <a:stretch>
            <a:fillRect/>
          </a:stretch>
        </p:blipFill>
        <p:spPr>
          <a:xfrm>
            <a:off x="172875" y="730625"/>
            <a:ext cx="3689185" cy="2216001"/>
          </a:xfrm>
          <a:prstGeom prst="rect">
            <a:avLst/>
          </a:prstGeom>
          <a:noFill/>
          <a:ln>
            <a:noFill/>
          </a:ln>
        </p:spPr>
      </p:pic>
      <p:pic>
        <p:nvPicPr>
          <p:cNvPr id="431" name="Google Shape;431;p62" title="Screenshot 2025-04-19 at 10.16.32 PM.png"/>
          <p:cNvPicPr preferRelativeResize="0"/>
          <p:nvPr/>
        </p:nvPicPr>
        <p:blipFill>
          <a:blip r:embed="rId5">
            <a:alphaModFix/>
          </a:blip>
          <a:stretch>
            <a:fillRect/>
          </a:stretch>
        </p:blipFill>
        <p:spPr>
          <a:xfrm>
            <a:off x="228175" y="2937000"/>
            <a:ext cx="3633874" cy="2215999"/>
          </a:xfrm>
          <a:prstGeom prst="rect">
            <a:avLst/>
          </a:prstGeom>
          <a:noFill/>
          <a:ln>
            <a:noFill/>
          </a:ln>
        </p:spPr>
      </p:pic>
      <p:sp>
        <p:nvSpPr>
          <p:cNvPr id="432" name="Google Shape;432;p62"/>
          <p:cNvSpPr txBox="1"/>
          <p:nvPr/>
        </p:nvSpPr>
        <p:spPr>
          <a:xfrm>
            <a:off x="4456175" y="3551200"/>
            <a:ext cx="4018200" cy="12144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lt1"/>
              </a:buClr>
              <a:buSzPts val="1500"/>
              <a:buFont typeface="Barlow Light"/>
              <a:buChar char="-"/>
            </a:pPr>
            <a:r>
              <a:rPr lang="en" sz="1500">
                <a:solidFill>
                  <a:schemeClr val="lt1"/>
                </a:solidFill>
                <a:latin typeface="Barlow Light"/>
                <a:ea typeface="Barlow Light"/>
                <a:cs typeface="Barlow Light"/>
                <a:sym typeface="Barlow Light"/>
              </a:rPr>
              <a:t>Unemployment in red states is projected to remain stable </a:t>
            </a:r>
            <a:endParaRPr sz="1500">
              <a:solidFill>
                <a:schemeClr val="lt1"/>
              </a:solidFill>
              <a:latin typeface="Barlow Light"/>
              <a:ea typeface="Barlow Light"/>
              <a:cs typeface="Barlow Light"/>
              <a:sym typeface="Barlow Light"/>
            </a:endParaRPr>
          </a:p>
          <a:p>
            <a:pPr marL="457200" lvl="0" indent="-323850" algn="l" rtl="0">
              <a:spcBef>
                <a:spcPts val="0"/>
              </a:spcBef>
              <a:spcAft>
                <a:spcPts val="0"/>
              </a:spcAft>
              <a:buClr>
                <a:schemeClr val="lt1"/>
              </a:buClr>
              <a:buSzPts val="1500"/>
              <a:buFont typeface="Barlow Light"/>
              <a:buChar char="-"/>
            </a:pPr>
            <a:r>
              <a:rPr lang="en" sz="1500">
                <a:solidFill>
                  <a:schemeClr val="lt1"/>
                </a:solidFill>
                <a:latin typeface="Barlow Light"/>
                <a:ea typeface="Barlow Light"/>
                <a:cs typeface="Barlow Light"/>
                <a:sym typeface="Barlow Light"/>
              </a:rPr>
              <a:t>Average office rent in red states is lower than in California</a:t>
            </a:r>
            <a:endParaRPr sz="1500">
              <a:solidFill>
                <a:schemeClr val="lt1"/>
              </a:solidFill>
              <a:latin typeface="Barlow Light"/>
              <a:ea typeface="Barlow Light"/>
              <a:cs typeface="Barlow Light"/>
              <a:sym typeface="Barlow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63"/>
          <p:cNvSpPr txBox="1">
            <a:spLocks noGrp="1"/>
          </p:cNvSpPr>
          <p:nvPr>
            <p:ph type="subTitle" idx="1"/>
          </p:nvPr>
        </p:nvSpPr>
        <p:spPr>
          <a:xfrm>
            <a:off x="690250" y="415625"/>
            <a:ext cx="1261800" cy="2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p63"/>
          <p:cNvSpPr txBox="1">
            <a:spLocks noGrp="1"/>
          </p:cNvSpPr>
          <p:nvPr>
            <p:ph type="subTitle" idx="2"/>
          </p:nvPr>
        </p:nvSpPr>
        <p:spPr>
          <a:xfrm>
            <a:off x="340645" y="213576"/>
            <a:ext cx="3592200" cy="33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Best Cities For Relocation</a:t>
            </a:r>
            <a:endParaRPr/>
          </a:p>
        </p:txBody>
      </p:sp>
      <p:pic>
        <p:nvPicPr>
          <p:cNvPr id="439" name="Google Shape;439;p63" title="Screenshot 2025-04-19 at 5.56.34 PM.png"/>
          <p:cNvPicPr preferRelativeResize="0"/>
          <p:nvPr/>
        </p:nvPicPr>
        <p:blipFill rotWithShape="1">
          <a:blip r:embed="rId3">
            <a:alphaModFix/>
          </a:blip>
          <a:srcRect/>
          <a:stretch/>
        </p:blipFill>
        <p:spPr>
          <a:xfrm>
            <a:off x="4356977" y="550775"/>
            <a:ext cx="4546397" cy="2724900"/>
          </a:xfrm>
          <a:prstGeom prst="rect">
            <a:avLst/>
          </a:prstGeom>
          <a:noFill/>
          <a:ln>
            <a:noFill/>
          </a:ln>
        </p:spPr>
      </p:pic>
      <p:pic>
        <p:nvPicPr>
          <p:cNvPr id="440" name="Google Shape;440;p63" title="Screenshot 2025-04-19 at 5.57.34 PM.png"/>
          <p:cNvPicPr preferRelativeResize="0"/>
          <p:nvPr/>
        </p:nvPicPr>
        <p:blipFill>
          <a:blip r:embed="rId4">
            <a:alphaModFix/>
          </a:blip>
          <a:stretch>
            <a:fillRect/>
          </a:stretch>
        </p:blipFill>
        <p:spPr>
          <a:xfrm>
            <a:off x="4356975" y="3428449"/>
            <a:ext cx="4066599" cy="1451300"/>
          </a:xfrm>
          <a:prstGeom prst="rect">
            <a:avLst/>
          </a:prstGeom>
          <a:noFill/>
          <a:ln>
            <a:noFill/>
          </a:ln>
        </p:spPr>
      </p:pic>
      <p:pic>
        <p:nvPicPr>
          <p:cNvPr id="441" name="Google Shape;441;p63" title="Screenshot 2025-04-19 at 6.13.31 PM.png"/>
          <p:cNvPicPr preferRelativeResize="0"/>
          <p:nvPr/>
        </p:nvPicPr>
        <p:blipFill>
          <a:blip r:embed="rId5">
            <a:alphaModFix/>
          </a:blip>
          <a:stretch>
            <a:fillRect/>
          </a:stretch>
        </p:blipFill>
        <p:spPr>
          <a:xfrm>
            <a:off x="103439" y="2451125"/>
            <a:ext cx="3767326" cy="2377326"/>
          </a:xfrm>
          <a:prstGeom prst="rect">
            <a:avLst/>
          </a:prstGeom>
          <a:noFill/>
          <a:ln>
            <a:noFill/>
          </a:ln>
        </p:spPr>
      </p:pic>
      <p:sp>
        <p:nvSpPr>
          <p:cNvPr id="442" name="Google Shape;442;p63"/>
          <p:cNvSpPr txBox="1"/>
          <p:nvPr/>
        </p:nvSpPr>
        <p:spPr>
          <a:xfrm>
            <a:off x="253050" y="842825"/>
            <a:ext cx="3767400" cy="14514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rgbClr val="1F1F1F"/>
              </a:buClr>
              <a:buSzPts val="1500"/>
              <a:buFont typeface="Barlow Light"/>
              <a:buChar char="-"/>
            </a:pPr>
            <a:r>
              <a:rPr lang="en" sz="1500">
                <a:solidFill>
                  <a:srgbClr val="1F1F1F"/>
                </a:solidFill>
                <a:latin typeface="Barlow Light"/>
                <a:ea typeface="Barlow Light"/>
                <a:cs typeface="Barlow Light"/>
                <a:sym typeface="Barlow Light"/>
              </a:rPr>
              <a:t>Other than rent cost, Meta may consider the cities tech presence, unemployment rates, and urban infrastructure</a:t>
            </a:r>
            <a:endParaRPr sz="1500">
              <a:solidFill>
                <a:srgbClr val="1F1F1F"/>
              </a:solidFill>
              <a:latin typeface="Barlow Light"/>
              <a:ea typeface="Barlow Light"/>
              <a:cs typeface="Barlow Light"/>
              <a:sym typeface="Barlow Light"/>
            </a:endParaRPr>
          </a:p>
        </p:txBody>
      </p:sp>
      <p:cxnSp>
        <p:nvCxnSpPr>
          <p:cNvPr id="443" name="Google Shape;443;p63"/>
          <p:cNvCxnSpPr/>
          <p:nvPr/>
        </p:nvCxnSpPr>
        <p:spPr>
          <a:xfrm rot="10800000" flipH="1">
            <a:off x="278775" y="602375"/>
            <a:ext cx="8675700" cy="44400"/>
          </a:xfrm>
          <a:prstGeom prst="straightConnector1">
            <a:avLst/>
          </a:prstGeom>
          <a:noFill/>
          <a:ln w="9525" cap="flat" cmpd="sng">
            <a:solidFill>
              <a:schemeClr val="dk2"/>
            </a:solidFill>
            <a:prstDash val="solid"/>
            <a:round/>
            <a:headEnd type="none" w="med" len="med"/>
            <a:tailEnd type="none" w="med" len="med"/>
          </a:ln>
        </p:spPr>
      </p:cxnSp>
      <p:sp>
        <p:nvSpPr>
          <p:cNvPr id="444" name="Google Shape;444;p63"/>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64"/>
          <p:cNvSpPr txBox="1">
            <a:spLocks noGrp="1"/>
          </p:cNvSpPr>
          <p:nvPr>
            <p:ph type="subTitle" idx="1"/>
          </p:nvPr>
        </p:nvSpPr>
        <p:spPr>
          <a:xfrm>
            <a:off x="690250" y="415625"/>
            <a:ext cx="1261800" cy="2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0" name="Google Shape;450;p64"/>
          <p:cNvSpPr txBox="1">
            <a:spLocks noGrp="1"/>
          </p:cNvSpPr>
          <p:nvPr>
            <p:ph type="subTitle" idx="2"/>
          </p:nvPr>
        </p:nvSpPr>
        <p:spPr>
          <a:xfrm>
            <a:off x="480431" y="290625"/>
            <a:ext cx="7865400" cy="33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b="1">
                <a:solidFill>
                  <a:schemeClr val="lt1"/>
                </a:solidFill>
                <a:latin typeface="Arial"/>
                <a:ea typeface="Arial"/>
                <a:cs typeface="Arial"/>
                <a:sym typeface="Arial"/>
              </a:rPr>
              <a:t>Where should Meta move?</a:t>
            </a:r>
            <a:endParaRPr b="1">
              <a:solidFill>
                <a:schemeClr val="lt1"/>
              </a:solidFill>
              <a:latin typeface="Arial"/>
              <a:ea typeface="Arial"/>
              <a:cs typeface="Arial"/>
              <a:sym typeface="Arial"/>
            </a:endParaRPr>
          </a:p>
          <a:p>
            <a:pPr marL="0" lvl="0" indent="0" algn="l" rtl="0">
              <a:spcBef>
                <a:spcPts val="0"/>
              </a:spcBef>
              <a:spcAft>
                <a:spcPts val="0"/>
              </a:spcAft>
              <a:buNone/>
            </a:pPr>
            <a:endParaRPr b="1">
              <a:latin typeface="Hepta Slab"/>
              <a:ea typeface="Hepta Slab"/>
              <a:cs typeface="Hepta Slab"/>
              <a:sym typeface="Hepta Slab"/>
            </a:endParaRPr>
          </a:p>
        </p:txBody>
      </p:sp>
      <p:sp>
        <p:nvSpPr>
          <p:cNvPr id="451" name="Google Shape;451;p64"/>
          <p:cNvSpPr txBox="1">
            <a:spLocks noGrp="1"/>
          </p:cNvSpPr>
          <p:nvPr>
            <p:ph type="body" idx="3"/>
          </p:nvPr>
        </p:nvSpPr>
        <p:spPr>
          <a:xfrm>
            <a:off x="480425" y="685925"/>
            <a:ext cx="4528500" cy="41997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lt1"/>
              </a:buClr>
              <a:buSzPts val="1100"/>
              <a:buFont typeface="Arial"/>
              <a:buNone/>
            </a:pPr>
            <a:r>
              <a:rPr lang="en" sz="1300" b="1" dirty="0">
                <a:latin typeface="Arial"/>
                <a:ea typeface="Arial"/>
                <a:cs typeface="Arial"/>
                <a:sym typeface="Arial"/>
              </a:rPr>
              <a:t>Why Atlanta Wins:</a:t>
            </a:r>
            <a:endParaRPr sz="1300" b="1" dirty="0">
              <a:latin typeface="Arial"/>
              <a:ea typeface="Arial"/>
              <a:cs typeface="Arial"/>
              <a:sym typeface="Arial"/>
            </a:endParaRPr>
          </a:p>
          <a:p>
            <a:pPr marL="457200" lvl="0" indent="-298450" algn="l" rtl="0">
              <a:lnSpc>
                <a:spcPct val="150000"/>
              </a:lnSpc>
              <a:spcBef>
                <a:spcPts val="1200"/>
              </a:spcBef>
              <a:spcAft>
                <a:spcPts val="0"/>
              </a:spcAft>
              <a:buSzPts val="1100"/>
              <a:buFont typeface="Arial"/>
              <a:buChar char="●"/>
            </a:pPr>
            <a:r>
              <a:rPr lang="en" b="1" dirty="0">
                <a:latin typeface="Arial"/>
                <a:ea typeface="Arial"/>
                <a:cs typeface="Arial"/>
                <a:sym typeface="Arial"/>
              </a:rPr>
              <a:t>Top composite score</a:t>
            </a:r>
            <a:r>
              <a:rPr lang="en" dirty="0">
                <a:latin typeface="Arial"/>
                <a:ea typeface="Arial"/>
                <a:cs typeface="Arial"/>
                <a:sym typeface="Arial"/>
              </a:rPr>
              <a:t> combining affordability, tech presence, economic strength, and office supply</a:t>
            </a:r>
            <a:br>
              <a:rPr lang="en" dirty="0">
                <a:latin typeface="Arial"/>
                <a:ea typeface="Arial"/>
                <a:cs typeface="Arial"/>
                <a:sym typeface="Arial"/>
              </a:rPr>
            </a:br>
            <a:endParaRPr dirty="0">
              <a:latin typeface="Arial"/>
              <a:ea typeface="Arial"/>
              <a:cs typeface="Arial"/>
              <a:sym typeface="Arial"/>
            </a:endParaRPr>
          </a:p>
          <a:p>
            <a:pPr marL="457200" lvl="0" indent="-298450" algn="l" rtl="0">
              <a:lnSpc>
                <a:spcPct val="150000"/>
              </a:lnSpc>
              <a:spcBef>
                <a:spcPts val="0"/>
              </a:spcBef>
              <a:spcAft>
                <a:spcPts val="0"/>
              </a:spcAft>
              <a:buSzPts val="1100"/>
              <a:buFont typeface="Arial"/>
              <a:buChar char="●"/>
            </a:pPr>
            <a:r>
              <a:rPr lang="en" dirty="0">
                <a:latin typeface="Arial"/>
                <a:ea typeface="Arial"/>
                <a:cs typeface="Arial"/>
                <a:sym typeface="Arial"/>
              </a:rPr>
              <a:t>Texas has </a:t>
            </a:r>
            <a:r>
              <a:rPr lang="en" b="1" dirty="0">
                <a:latin typeface="Arial"/>
                <a:ea typeface="Arial"/>
                <a:cs typeface="Arial"/>
                <a:sym typeface="Arial"/>
              </a:rPr>
              <a:t>no state income tax</a:t>
            </a:r>
            <a:br>
              <a:rPr lang="en" b="1" dirty="0">
                <a:latin typeface="Arial"/>
                <a:ea typeface="Arial"/>
                <a:cs typeface="Arial"/>
                <a:sym typeface="Arial"/>
              </a:rPr>
            </a:br>
            <a:endParaRPr b="1" dirty="0">
              <a:latin typeface="Arial"/>
              <a:ea typeface="Arial"/>
              <a:cs typeface="Arial"/>
              <a:sym typeface="Arial"/>
            </a:endParaRPr>
          </a:p>
          <a:p>
            <a:pPr marL="457200" lvl="0" indent="-298450" algn="l" rtl="0">
              <a:lnSpc>
                <a:spcPct val="150000"/>
              </a:lnSpc>
              <a:spcBef>
                <a:spcPts val="0"/>
              </a:spcBef>
              <a:spcAft>
                <a:spcPts val="0"/>
              </a:spcAft>
              <a:buSzPts val="1100"/>
              <a:buFont typeface="Arial"/>
              <a:buChar char="●"/>
            </a:pPr>
            <a:r>
              <a:rPr lang="en" dirty="0">
                <a:latin typeface="Arial"/>
                <a:ea typeface="Arial"/>
                <a:cs typeface="Arial"/>
                <a:sym typeface="Arial"/>
              </a:rPr>
              <a:t>Proven tech migration hub (Tesla, Oracle, Apple already here)</a:t>
            </a:r>
            <a:br>
              <a:rPr lang="en" dirty="0">
                <a:latin typeface="Arial"/>
                <a:ea typeface="Arial"/>
                <a:cs typeface="Arial"/>
                <a:sym typeface="Arial"/>
              </a:rPr>
            </a:br>
            <a:endParaRPr dirty="0">
              <a:latin typeface="Arial"/>
              <a:ea typeface="Arial"/>
              <a:cs typeface="Arial"/>
              <a:sym typeface="Arial"/>
            </a:endParaRPr>
          </a:p>
          <a:p>
            <a:pPr marL="457200" lvl="0" indent="-298450" algn="l" rtl="0">
              <a:lnSpc>
                <a:spcPct val="150000"/>
              </a:lnSpc>
              <a:spcBef>
                <a:spcPts val="0"/>
              </a:spcBef>
              <a:spcAft>
                <a:spcPts val="0"/>
              </a:spcAft>
              <a:buSzPts val="1100"/>
              <a:buFont typeface="Arial"/>
              <a:buChar char="●"/>
            </a:pPr>
            <a:r>
              <a:rPr lang="en" dirty="0">
                <a:latin typeface="Arial"/>
                <a:ea typeface="Arial"/>
                <a:cs typeface="Arial"/>
                <a:sym typeface="Arial"/>
              </a:rPr>
              <a:t>Robust infrastructure, university pipeline, and cultural vibe aligned with Meta’s workforce.</a:t>
            </a:r>
            <a:endParaRPr dirty="0">
              <a:latin typeface="Arial"/>
              <a:ea typeface="Arial"/>
              <a:cs typeface="Arial"/>
              <a:sym typeface="Arial"/>
            </a:endParaRPr>
          </a:p>
          <a:p>
            <a:pPr marL="457200" lvl="0" indent="-298450" algn="l" rtl="0">
              <a:lnSpc>
                <a:spcPct val="150000"/>
              </a:lnSpc>
              <a:spcBef>
                <a:spcPts val="0"/>
              </a:spcBef>
              <a:spcAft>
                <a:spcPts val="0"/>
              </a:spcAft>
              <a:buSzPts val="1100"/>
              <a:buFont typeface="Arial"/>
              <a:buChar char="●"/>
            </a:pPr>
            <a:r>
              <a:rPr lang="en" dirty="0">
                <a:latin typeface="Arial"/>
                <a:ea typeface="Arial"/>
                <a:cs typeface="Arial"/>
                <a:sym typeface="Arial"/>
              </a:rPr>
              <a:t>Texas has the 3rd most pickleball courts in the USA</a:t>
            </a:r>
            <a:endParaRPr dirty="0">
              <a:latin typeface="Arial"/>
              <a:ea typeface="Arial"/>
              <a:cs typeface="Arial"/>
              <a:sym typeface="Arial"/>
            </a:endParaRPr>
          </a:p>
          <a:p>
            <a:pPr marL="0" lvl="0" indent="0" algn="l" rtl="0">
              <a:lnSpc>
                <a:spcPct val="115000"/>
              </a:lnSpc>
              <a:spcBef>
                <a:spcPts val="1200"/>
              </a:spcBef>
              <a:spcAft>
                <a:spcPts val="0"/>
              </a:spcAft>
              <a:buNone/>
            </a:pPr>
            <a:r>
              <a:rPr lang="en" dirty="0">
                <a:latin typeface="Arial"/>
                <a:ea typeface="Arial"/>
                <a:cs typeface="Arial"/>
                <a:sym typeface="Arial"/>
              </a:rPr>
              <a:t>The city ranks highest in key strategic metrics: affordable rent, tech ecosystem density, economic growth, and abundant office space. Already home to Tesla and Oracle, Austin offers regulatory freedom, talent access, and a culture that aligns with Meta’s future-facing mission.</a:t>
            </a:r>
            <a:endParaRPr dirty="0">
              <a:latin typeface="Arial"/>
              <a:ea typeface="Arial"/>
              <a:cs typeface="Arial"/>
              <a:sym typeface="Arial"/>
            </a:endParaRPr>
          </a:p>
          <a:p>
            <a:pPr marL="0" lvl="0" indent="0" algn="l" rtl="0">
              <a:spcBef>
                <a:spcPts val="1200"/>
              </a:spcBef>
              <a:spcAft>
                <a:spcPts val="0"/>
              </a:spcAft>
              <a:buNone/>
            </a:pPr>
            <a:endParaRPr dirty="0"/>
          </a:p>
        </p:txBody>
      </p:sp>
      <p:pic>
        <p:nvPicPr>
          <p:cNvPr id="452" name="Google Shape;452;p64" title="Screenshot 2025-04-19 at 6.06.21 PM.png"/>
          <p:cNvPicPr preferRelativeResize="0"/>
          <p:nvPr/>
        </p:nvPicPr>
        <p:blipFill rotWithShape="1">
          <a:blip r:embed="rId3">
            <a:alphaModFix/>
          </a:blip>
          <a:srcRect t="2591"/>
          <a:stretch/>
        </p:blipFill>
        <p:spPr>
          <a:xfrm>
            <a:off x="5116225" y="1077350"/>
            <a:ext cx="3485500" cy="2988799"/>
          </a:xfrm>
          <a:prstGeom prst="rect">
            <a:avLst/>
          </a:prstGeom>
          <a:noFill/>
          <a:ln>
            <a:noFill/>
          </a:ln>
        </p:spPr>
      </p:pic>
      <p:cxnSp>
        <p:nvCxnSpPr>
          <p:cNvPr id="453" name="Google Shape;453;p64"/>
          <p:cNvCxnSpPr/>
          <p:nvPr/>
        </p:nvCxnSpPr>
        <p:spPr>
          <a:xfrm rot="10800000" flipH="1">
            <a:off x="591025" y="669125"/>
            <a:ext cx="8118000" cy="11100"/>
          </a:xfrm>
          <a:prstGeom prst="straightConnector1">
            <a:avLst/>
          </a:prstGeom>
          <a:noFill/>
          <a:ln w="9525" cap="flat" cmpd="sng">
            <a:solidFill>
              <a:schemeClr val="dk2"/>
            </a:solidFill>
            <a:prstDash val="solid"/>
            <a:round/>
            <a:headEnd type="none" w="med" len="med"/>
            <a:tailEnd type="none" w="med" len="med"/>
          </a:ln>
        </p:spPr>
      </p:cxnSp>
      <p:sp>
        <p:nvSpPr>
          <p:cNvPr id="454" name="Google Shape;454;p64"/>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5"/>
          <p:cNvSpPr txBox="1">
            <a:spLocks noGrp="1"/>
          </p:cNvSpPr>
          <p:nvPr>
            <p:ph type="subTitle" idx="1"/>
          </p:nvPr>
        </p:nvSpPr>
        <p:spPr>
          <a:xfrm>
            <a:off x="480420" y="290626"/>
            <a:ext cx="3592200" cy="33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Statement </a:t>
            </a:r>
            <a:endParaRPr/>
          </a:p>
        </p:txBody>
      </p:sp>
      <p:sp>
        <p:nvSpPr>
          <p:cNvPr id="460" name="Google Shape;460;p65"/>
          <p:cNvSpPr txBox="1">
            <a:spLocks noGrp="1"/>
          </p:cNvSpPr>
          <p:nvPr>
            <p:ph type="body" idx="5"/>
          </p:nvPr>
        </p:nvSpPr>
        <p:spPr>
          <a:xfrm>
            <a:off x="385050" y="828275"/>
            <a:ext cx="8267100" cy="36822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None/>
            </a:pPr>
            <a:r>
              <a:rPr lang="en">
                <a:latin typeface="Arial"/>
                <a:ea typeface="Arial"/>
                <a:cs typeface="Arial"/>
                <a:sym typeface="Arial"/>
              </a:rPr>
              <a:t>As tech giants like </a:t>
            </a:r>
            <a:r>
              <a:rPr lang="en" b="1">
                <a:latin typeface="Arial"/>
                <a:ea typeface="Arial"/>
                <a:cs typeface="Arial"/>
                <a:sym typeface="Arial"/>
              </a:rPr>
              <a:t>Tesla</a:t>
            </a:r>
            <a:r>
              <a:rPr lang="en">
                <a:latin typeface="Arial"/>
                <a:ea typeface="Arial"/>
                <a:cs typeface="Arial"/>
                <a:sym typeface="Arial"/>
              </a:rPr>
              <a:t> and </a:t>
            </a:r>
            <a:r>
              <a:rPr lang="en" b="1">
                <a:latin typeface="Arial"/>
                <a:ea typeface="Arial"/>
                <a:cs typeface="Arial"/>
                <a:sym typeface="Arial"/>
              </a:rPr>
              <a:t>X (formerly Twitter)</a:t>
            </a:r>
            <a:r>
              <a:rPr lang="en">
                <a:latin typeface="Arial"/>
                <a:ea typeface="Arial"/>
                <a:cs typeface="Arial"/>
                <a:sym typeface="Arial"/>
              </a:rPr>
              <a:t> exit California for </a:t>
            </a:r>
            <a:r>
              <a:rPr lang="en" b="1">
                <a:latin typeface="Arial"/>
                <a:ea typeface="Arial"/>
                <a:cs typeface="Arial"/>
                <a:sym typeface="Arial"/>
              </a:rPr>
              <a:t>lower taxes</a:t>
            </a:r>
            <a:r>
              <a:rPr lang="en">
                <a:latin typeface="Arial"/>
                <a:ea typeface="Arial"/>
                <a:cs typeface="Arial"/>
                <a:sym typeface="Arial"/>
              </a:rPr>
              <a:t>, </a:t>
            </a:r>
            <a:r>
              <a:rPr lang="en" b="1">
                <a:latin typeface="Arial"/>
                <a:ea typeface="Arial"/>
                <a:cs typeface="Arial"/>
                <a:sym typeface="Arial"/>
              </a:rPr>
              <a:t>cheaper rents</a:t>
            </a:r>
            <a:r>
              <a:rPr lang="en">
                <a:latin typeface="Arial"/>
                <a:ea typeface="Arial"/>
                <a:cs typeface="Arial"/>
                <a:sym typeface="Arial"/>
              </a:rPr>
              <a:t>, and </a:t>
            </a:r>
            <a:r>
              <a:rPr lang="en" b="1">
                <a:latin typeface="Arial"/>
                <a:ea typeface="Arial"/>
                <a:cs typeface="Arial"/>
                <a:sym typeface="Arial"/>
              </a:rPr>
              <a:t>reduced political friction</a:t>
            </a:r>
            <a:r>
              <a:rPr lang="en">
                <a:latin typeface="Arial"/>
                <a:ea typeface="Arial"/>
                <a:cs typeface="Arial"/>
                <a:sym typeface="Arial"/>
              </a:rPr>
              <a:t>,</a:t>
            </a:r>
            <a:br>
              <a:rPr lang="en">
                <a:latin typeface="Arial"/>
                <a:ea typeface="Arial"/>
                <a:cs typeface="Arial"/>
                <a:sym typeface="Arial"/>
              </a:rPr>
            </a:br>
            <a:r>
              <a:rPr lang="en" b="1">
                <a:latin typeface="Arial"/>
                <a:ea typeface="Arial"/>
                <a:cs typeface="Arial"/>
                <a:sym typeface="Arial"/>
              </a:rPr>
              <a:t>Meta now faces similar challenges</a:t>
            </a:r>
            <a:r>
              <a:rPr lang="en">
                <a:latin typeface="Arial"/>
                <a:ea typeface="Arial"/>
                <a:cs typeface="Arial"/>
                <a:sym typeface="Arial"/>
              </a:rPr>
              <a:t> — from rising operational costs to increasing public backlash.</a:t>
            </a:r>
            <a:endParaRPr>
              <a:latin typeface="Arial"/>
              <a:ea typeface="Arial"/>
              <a:cs typeface="Arial"/>
              <a:sym typeface="Arial"/>
            </a:endParaRPr>
          </a:p>
          <a:p>
            <a:pPr marL="381000" marR="381000" lvl="0" indent="0" algn="l" rtl="0">
              <a:lnSpc>
                <a:spcPct val="115000"/>
              </a:lnSpc>
              <a:spcBef>
                <a:spcPts val="1200"/>
              </a:spcBef>
              <a:spcAft>
                <a:spcPts val="0"/>
              </a:spcAft>
              <a:buNone/>
            </a:pPr>
            <a:r>
              <a:rPr lang="en">
                <a:latin typeface="Arial"/>
                <a:ea typeface="Arial"/>
                <a:cs typeface="Arial"/>
                <a:sym typeface="Arial"/>
              </a:rPr>
              <a:t>Our goal:</a:t>
            </a:r>
            <a:br>
              <a:rPr lang="en">
                <a:latin typeface="Arial"/>
                <a:ea typeface="Arial"/>
                <a:cs typeface="Arial"/>
                <a:sym typeface="Arial"/>
              </a:rPr>
            </a:br>
            <a:r>
              <a:rPr lang="en">
                <a:latin typeface="Arial"/>
                <a:ea typeface="Arial"/>
                <a:cs typeface="Arial"/>
                <a:sym typeface="Arial"/>
              </a:rPr>
              <a:t> Identify the </a:t>
            </a:r>
            <a:r>
              <a:rPr lang="en" b="1">
                <a:latin typeface="Arial"/>
                <a:ea typeface="Arial"/>
                <a:cs typeface="Arial"/>
                <a:sym typeface="Arial"/>
              </a:rPr>
              <a:t>best relocation options</a:t>
            </a:r>
            <a:r>
              <a:rPr lang="en">
                <a:latin typeface="Arial"/>
                <a:ea typeface="Arial"/>
                <a:cs typeface="Arial"/>
                <a:sym typeface="Arial"/>
              </a:rPr>
              <a:t> for Meta (or a comparable tech firm) by analyzing:</a:t>
            </a:r>
            <a:endParaRPr>
              <a:latin typeface="Arial"/>
              <a:ea typeface="Arial"/>
              <a:cs typeface="Arial"/>
              <a:sym typeface="Arial"/>
            </a:endParaRPr>
          </a:p>
          <a:p>
            <a:pPr marL="838200" marR="381000" lvl="0" indent="-298450" algn="l" rtl="0">
              <a:lnSpc>
                <a:spcPct val="115000"/>
              </a:lnSpc>
              <a:spcBef>
                <a:spcPts val="1200"/>
              </a:spcBef>
              <a:spcAft>
                <a:spcPts val="0"/>
              </a:spcAft>
              <a:buSzPts val="1100"/>
              <a:buFont typeface="Arial"/>
              <a:buChar char="●"/>
            </a:pPr>
            <a:r>
              <a:rPr lang="en">
                <a:latin typeface="Arial"/>
                <a:ea typeface="Arial"/>
                <a:cs typeface="Arial"/>
                <a:sym typeface="Arial"/>
              </a:rPr>
              <a:t>📍 Office space availability ( &gt;40,000 sq ft)</a:t>
            </a:r>
            <a:br>
              <a:rPr lang="en">
                <a:latin typeface="Arial"/>
                <a:ea typeface="Arial"/>
                <a:cs typeface="Arial"/>
                <a:sym typeface="Arial"/>
              </a:rPr>
            </a:br>
            <a:endParaRPr>
              <a:latin typeface="Arial"/>
              <a:ea typeface="Arial"/>
              <a:cs typeface="Arial"/>
              <a:sym typeface="Arial"/>
            </a:endParaRPr>
          </a:p>
          <a:p>
            <a:pPr marL="838200" marR="381000" lvl="0" indent="-298450" algn="l" rtl="0">
              <a:lnSpc>
                <a:spcPct val="115000"/>
              </a:lnSpc>
              <a:spcBef>
                <a:spcPts val="0"/>
              </a:spcBef>
              <a:spcAft>
                <a:spcPts val="0"/>
              </a:spcAft>
              <a:buSzPts val="1100"/>
              <a:buFont typeface="Arial"/>
              <a:buChar char="●"/>
            </a:pPr>
            <a:r>
              <a:rPr lang="en">
                <a:latin typeface="Arial"/>
                <a:ea typeface="Arial"/>
                <a:cs typeface="Arial"/>
                <a:sym typeface="Arial"/>
              </a:rPr>
              <a:t>🌆 Urban location preferences</a:t>
            </a:r>
            <a:br>
              <a:rPr lang="en">
                <a:latin typeface="Arial"/>
                <a:ea typeface="Arial"/>
                <a:cs typeface="Arial"/>
                <a:sym typeface="Arial"/>
              </a:rPr>
            </a:br>
            <a:endParaRPr>
              <a:latin typeface="Arial"/>
              <a:ea typeface="Arial"/>
              <a:cs typeface="Arial"/>
              <a:sym typeface="Arial"/>
            </a:endParaRPr>
          </a:p>
          <a:p>
            <a:pPr marL="838200" marR="381000" lvl="0" indent="-298450" algn="l" rtl="0">
              <a:lnSpc>
                <a:spcPct val="115000"/>
              </a:lnSpc>
              <a:spcBef>
                <a:spcPts val="0"/>
              </a:spcBef>
              <a:spcAft>
                <a:spcPts val="0"/>
              </a:spcAft>
              <a:buSzPts val="1100"/>
              <a:buFont typeface="Arial"/>
              <a:buChar char="●"/>
            </a:pPr>
            <a:r>
              <a:rPr lang="en">
                <a:latin typeface="Arial"/>
                <a:ea typeface="Arial"/>
                <a:cs typeface="Arial"/>
                <a:sym typeface="Arial"/>
              </a:rPr>
              <a:t>📉 Local unemployment rates</a:t>
            </a:r>
            <a:br>
              <a:rPr lang="en">
                <a:latin typeface="Arial"/>
                <a:ea typeface="Arial"/>
                <a:cs typeface="Arial"/>
                <a:sym typeface="Arial"/>
              </a:rPr>
            </a:br>
            <a:endParaRPr>
              <a:latin typeface="Arial"/>
              <a:ea typeface="Arial"/>
              <a:cs typeface="Arial"/>
              <a:sym typeface="Arial"/>
            </a:endParaRPr>
          </a:p>
          <a:p>
            <a:pPr marL="838200" marR="381000" lvl="0" indent="-298450" algn="l" rtl="0">
              <a:lnSpc>
                <a:spcPct val="115000"/>
              </a:lnSpc>
              <a:spcBef>
                <a:spcPts val="0"/>
              </a:spcBef>
              <a:spcAft>
                <a:spcPts val="0"/>
              </a:spcAft>
              <a:buSzPts val="1100"/>
              <a:buFont typeface="Arial"/>
              <a:buChar char="●"/>
            </a:pPr>
            <a:r>
              <a:rPr lang="en">
                <a:latin typeface="Arial"/>
                <a:ea typeface="Arial"/>
                <a:cs typeface="Arial"/>
                <a:sym typeface="Arial"/>
              </a:rPr>
              <a:t>🧠 Regional tech ecosystem strength</a:t>
            </a:r>
            <a:endParaRPr>
              <a:latin typeface="Arial"/>
              <a:ea typeface="Arial"/>
              <a:cs typeface="Arial"/>
              <a:sym typeface="Arial"/>
            </a:endParaRPr>
          </a:p>
          <a:p>
            <a:pPr marL="457200" marR="381000" lvl="0" indent="0" algn="l" rtl="0">
              <a:lnSpc>
                <a:spcPct val="115000"/>
              </a:lnSpc>
              <a:spcBef>
                <a:spcPts val="1200"/>
              </a:spcBef>
              <a:spcAft>
                <a:spcPts val="0"/>
              </a:spcAft>
              <a:buNone/>
            </a:pPr>
            <a:endParaRPr>
              <a:latin typeface="Arial"/>
              <a:ea typeface="Arial"/>
              <a:cs typeface="Arial"/>
              <a:sym typeface="Arial"/>
            </a:endParaRPr>
          </a:p>
          <a:p>
            <a:pPr marL="457200" marR="381000" lvl="0" indent="0" algn="l" rtl="0">
              <a:lnSpc>
                <a:spcPct val="115000"/>
              </a:lnSpc>
              <a:spcBef>
                <a:spcPts val="1200"/>
              </a:spcBef>
              <a:spcAft>
                <a:spcPts val="0"/>
              </a:spcAft>
              <a:buNone/>
            </a:pPr>
            <a:br>
              <a:rPr lang="en">
                <a:latin typeface="Arial"/>
                <a:ea typeface="Arial"/>
                <a:cs typeface="Arial"/>
                <a:sym typeface="Arial"/>
              </a:rPr>
            </a:br>
            <a:endParaRPr>
              <a:latin typeface="Arial"/>
              <a:ea typeface="Arial"/>
              <a:cs typeface="Arial"/>
              <a:sym typeface="Arial"/>
            </a:endParaRPr>
          </a:p>
          <a:p>
            <a:pPr marL="381000" marR="381000" lvl="0" indent="0" algn="l" rtl="0">
              <a:lnSpc>
                <a:spcPct val="115000"/>
              </a:lnSpc>
              <a:spcBef>
                <a:spcPts val="1200"/>
              </a:spcBef>
              <a:spcAft>
                <a:spcPts val="0"/>
              </a:spcAft>
              <a:buNone/>
            </a:pPr>
            <a:r>
              <a:rPr lang="en">
                <a:latin typeface="Arial"/>
                <a:ea typeface="Arial"/>
                <a:cs typeface="Arial"/>
                <a:sym typeface="Arial"/>
              </a:rPr>
              <a:t>This analysis provides a </a:t>
            </a:r>
            <a:r>
              <a:rPr lang="en" b="1">
                <a:latin typeface="Arial"/>
                <a:ea typeface="Arial"/>
                <a:cs typeface="Arial"/>
                <a:sym typeface="Arial"/>
              </a:rPr>
              <a:t>data-driven recommendation</a:t>
            </a:r>
            <a:r>
              <a:rPr lang="en">
                <a:latin typeface="Arial"/>
                <a:ea typeface="Arial"/>
                <a:cs typeface="Arial"/>
                <a:sym typeface="Arial"/>
              </a:rPr>
              <a:t> for where Meta should move next.</a:t>
            </a:r>
            <a:endParaRPr>
              <a:latin typeface="Arial"/>
              <a:ea typeface="Arial"/>
              <a:cs typeface="Arial"/>
              <a:sym typeface="Arial"/>
            </a:endParaRPr>
          </a:p>
          <a:p>
            <a:pPr marL="0" lvl="0" indent="0" algn="l" rtl="0">
              <a:spcBef>
                <a:spcPts val="1200"/>
              </a:spcBef>
              <a:spcAft>
                <a:spcPts val="0"/>
              </a:spcAft>
              <a:buClr>
                <a:schemeClr val="lt1"/>
              </a:buClr>
              <a:buSzPts val="1100"/>
              <a:buFont typeface="Arial"/>
              <a:buNone/>
            </a:pPr>
            <a:endParaRPr/>
          </a:p>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1927</TotalTime>
  <Words>1449</Words>
  <Application>Microsoft Macintosh PowerPoint</Application>
  <PresentationFormat>On-screen Show (16:9)</PresentationFormat>
  <Paragraphs>107</Paragraphs>
  <Slides>7</Slides>
  <Notes>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vt:i4>
      </vt:variant>
    </vt:vector>
  </HeadingPairs>
  <TitlesOfParts>
    <vt:vector size="17" baseType="lpstr">
      <vt:lpstr>Barlow Light</vt:lpstr>
      <vt:lpstr>Hepta Slab Medium</vt:lpstr>
      <vt:lpstr>Barlow ExtraLight</vt:lpstr>
      <vt:lpstr>Arial</vt:lpstr>
      <vt:lpstr>Hepta Slab</vt:lpstr>
      <vt:lpstr>Barlow Medium</vt:lpstr>
      <vt:lpstr>Barlow</vt:lpstr>
      <vt:lpstr>Hepta Slab Light</vt:lpstr>
      <vt:lpstr>Simple Light</vt:lpstr>
      <vt:lpstr>Strategy Plan</vt:lpstr>
      <vt:lpstr>PowerPoint Presentation</vt:lpstr>
      <vt:lpstr>Location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Daniel Padilla</cp:lastModifiedBy>
  <cp:revision>2</cp:revision>
  <dcterms:modified xsi:type="dcterms:W3CDTF">2026-03-26T02:54:27Z</dcterms:modified>
</cp:coreProperties>
</file>